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raz 28">
            <a:extLst>
              <a:ext uri="{FF2B5EF4-FFF2-40B4-BE49-F238E27FC236}">
                <a16:creationId xmlns:a16="http://schemas.microsoft.com/office/drawing/2014/main" id="{3B458B40-0BD9-2DF4-BB93-49A84F47A2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9" b="6252"/>
          <a:stretch>
            <a:fillRect/>
          </a:stretch>
        </p:blipFill>
        <p:spPr>
          <a:xfrm>
            <a:off x="0" y="2492371"/>
            <a:ext cx="7556500" cy="4302129"/>
          </a:xfrm>
          <a:prstGeom prst="rect">
            <a:avLst/>
          </a:prstGeom>
        </p:spPr>
      </p:pic>
      <p:grpSp>
        <p:nvGrpSpPr>
          <p:cNvPr id="2" name="object 7">
            <a:extLst>
              <a:ext uri="{FF2B5EF4-FFF2-40B4-BE49-F238E27FC236}">
                <a16:creationId xmlns:a16="http://schemas.microsoft.com/office/drawing/2014/main" id="{4885521C-BCF7-FA3A-2DDA-93CCE07DB5CC}"/>
              </a:ext>
            </a:extLst>
          </p:cNvPr>
          <p:cNvGrpSpPr/>
          <p:nvPr/>
        </p:nvGrpSpPr>
        <p:grpSpPr>
          <a:xfrm>
            <a:off x="491265" y="9467167"/>
            <a:ext cx="2139315" cy="564515"/>
            <a:chOff x="491265" y="9467167"/>
            <a:chExt cx="2139315" cy="564515"/>
          </a:xfrm>
        </p:grpSpPr>
        <p:sp>
          <p:nvSpPr>
            <p:cNvPr id="3" name="object 8">
              <a:extLst>
                <a:ext uri="{FF2B5EF4-FFF2-40B4-BE49-F238E27FC236}">
                  <a16:creationId xmlns:a16="http://schemas.microsoft.com/office/drawing/2014/main" id="{9A8AE88D-7273-57DE-5606-FE3586A659FD}"/>
                </a:ext>
              </a:extLst>
            </p:cNvPr>
            <p:cNvSpPr/>
            <p:nvPr/>
          </p:nvSpPr>
          <p:spPr>
            <a:xfrm>
              <a:off x="1600160" y="9988182"/>
              <a:ext cx="993775" cy="43815"/>
            </a:xfrm>
            <a:custGeom>
              <a:avLst/>
              <a:gdLst/>
              <a:ahLst/>
              <a:cxnLst/>
              <a:rect l="l" t="t" r="r" b="b"/>
              <a:pathLst>
                <a:path w="993775" h="43815">
                  <a:moveTo>
                    <a:pt x="7531" y="469"/>
                  </a:moveTo>
                  <a:lnTo>
                    <a:pt x="0" y="469"/>
                  </a:lnTo>
                  <a:lnTo>
                    <a:pt x="0" y="42621"/>
                  </a:lnTo>
                  <a:lnTo>
                    <a:pt x="7607" y="42621"/>
                  </a:lnTo>
                  <a:lnTo>
                    <a:pt x="7607" y="12509"/>
                  </a:lnTo>
                  <a:lnTo>
                    <a:pt x="14713" y="12509"/>
                  </a:lnTo>
                  <a:lnTo>
                    <a:pt x="7531" y="469"/>
                  </a:lnTo>
                  <a:close/>
                </a:path>
                <a:path w="993775" h="43815">
                  <a:moveTo>
                    <a:pt x="46050" y="12509"/>
                  </a:moveTo>
                  <a:lnTo>
                    <a:pt x="38455" y="12509"/>
                  </a:lnTo>
                  <a:lnTo>
                    <a:pt x="38455" y="42621"/>
                  </a:lnTo>
                  <a:lnTo>
                    <a:pt x="46050" y="42621"/>
                  </a:lnTo>
                  <a:lnTo>
                    <a:pt x="46050" y="12509"/>
                  </a:lnTo>
                  <a:close/>
                </a:path>
                <a:path w="993775" h="43815">
                  <a:moveTo>
                    <a:pt x="14713" y="12509"/>
                  </a:moveTo>
                  <a:lnTo>
                    <a:pt x="7607" y="12509"/>
                  </a:lnTo>
                  <a:lnTo>
                    <a:pt x="20523" y="33820"/>
                  </a:lnTo>
                  <a:lnTo>
                    <a:pt x="25539" y="33820"/>
                  </a:lnTo>
                  <a:lnTo>
                    <a:pt x="30011" y="26441"/>
                  </a:lnTo>
                  <a:lnTo>
                    <a:pt x="23025" y="26441"/>
                  </a:lnTo>
                  <a:lnTo>
                    <a:pt x="14713" y="12509"/>
                  </a:lnTo>
                  <a:close/>
                </a:path>
                <a:path w="993775" h="43815">
                  <a:moveTo>
                    <a:pt x="46050" y="469"/>
                  </a:moveTo>
                  <a:lnTo>
                    <a:pt x="38531" y="469"/>
                  </a:lnTo>
                  <a:lnTo>
                    <a:pt x="23025" y="26441"/>
                  </a:lnTo>
                  <a:lnTo>
                    <a:pt x="30011" y="26441"/>
                  </a:lnTo>
                  <a:lnTo>
                    <a:pt x="38455" y="12509"/>
                  </a:lnTo>
                  <a:lnTo>
                    <a:pt x="46050" y="12509"/>
                  </a:lnTo>
                  <a:lnTo>
                    <a:pt x="46050" y="469"/>
                  </a:lnTo>
                  <a:close/>
                </a:path>
                <a:path w="993775" h="43815">
                  <a:moveTo>
                    <a:pt x="116332" y="469"/>
                  </a:moveTo>
                  <a:lnTo>
                    <a:pt x="108737" y="469"/>
                  </a:lnTo>
                  <a:lnTo>
                    <a:pt x="89547" y="42621"/>
                  </a:lnTo>
                  <a:lnTo>
                    <a:pt x="98107" y="42621"/>
                  </a:lnTo>
                  <a:lnTo>
                    <a:pt x="101803" y="33820"/>
                  </a:lnTo>
                  <a:lnTo>
                    <a:pt x="131524" y="33820"/>
                  </a:lnTo>
                  <a:lnTo>
                    <a:pt x="129210" y="28740"/>
                  </a:lnTo>
                  <a:lnTo>
                    <a:pt x="103720" y="28740"/>
                  </a:lnTo>
                  <a:lnTo>
                    <a:pt x="112572" y="8140"/>
                  </a:lnTo>
                  <a:lnTo>
                    <a:pt x="119826" y="8140"/>
                  </a:lnTo>
                  <a:lnTo>
                    <a:pt x="116332" y="469"/>
                  </a:lnTo>
                  <a:close/>
                </a:path>
                <a:path w="993775" h="43815">
                  <a:moveTo>
                    <a:pt x="131524" y="33820"/>
                  </a:moveTo>
                  <a:lnTo>
                    <a:pt x="123266" y="33820"/>
                  </a:lnTo>
                  <a:lnTo>
                    <a:pt x="126974" y="42621"/>
                  </a:lnTo>
                  <a:lnTo>
                    <a:pt x="135534" y="42621"/>
                  </a:lnTo>
                  <a:lnTo>
                    <a:pt x="131524" y="33820"/>
                  </a:lnTo>
                  <a:close/>
                </a:path>
                <a:path w="993775" h="43815">
                  <a:moveTo>
                    <a:pt x="119826" y="8140"/>
                  </a:moveTo>
                  <a:lnTo>
                    <a:pt x="112572" y="8140"/>
                  </a:lnTo>
                  <a:lnTo>
                    <a:pt x="121348" y="28740"/>
                  </a:lnTo>
                  <a:lnTo>
                    <a:pt x="129210" y="28740"/>
                  </a:lnTo>
                  <a:lnTo>
                    <a:pt x="119826" y="8140"/>
                  </a:lnTo>
                  <a:close/>
                </a:path>
                <a:path w="993775" h="43815">
                  <a:moveTo>
                    <a:pt x="184327" y="469"/>
                  </a:moveTo>
                  <a:lnTo>
                    <a:pt x="176504" y="469"/>
                  </a:lnTo>
                  <a:lnTo>
                    <a:pt x="176504" y="42621"/>
                  </a:lnTo>
                  <a:lnTo>
                    <a:pt x="184327" y="42621"/>
                  </a:lnTo>
                  <a:lnTo>
                    <a:pt x="184327" y="29159"/>
                  </a:lnTo>
                  <a:lnTo>
                    <a:pt x="191477" y="21894"/>
                  </a:lnTo>
                  <a:lnTo>
                    <a:pt x="199802" y="21894"/>
                  </a:lnTo>
                  <a:lnTo>
                    <a:pt x="199537" y="21539"/>
                  </a:lnTo>
                  <a:lnTo>
                    <a:pt x="184327" y="21539"/>
                  </a:lnTo>
                  <a:lnTo>
                    <a:pt x="184327" y="469"/>
                  </a:lnTo>
                  <a:close/>
                </a:path>
                <a:path w="993775" h="43815">
                  <a:moveTo>
                    <a:pt x="199802" y="21894"/>
                  </a:moveTo>
                  <a:lnTo>
                    <a:pt x="191477" y="21894"/>
                  </a:lnTo>
                  <a:lnTo>
                    <a:pt x="206095" y="42621"/>
                  </a:lnTo>
                  <a:lnTo>
                    <a:pt x="215252" y="42621"/>
                  </a:lnTo>
                  <a:lnTo>
                    <a:pt x="199802" y="21894"/>
                  </a:lnTo>
                  <a:close/>
                </a:path>
                <a:path w="993775" h="43815">
                  <a:moveTo>
                    <a:pt x="213779" y="469"/>
                  </a:moveTo>
                  <a:lnTo>
                    <a:pt x="204546" y="469"/>
                  </a:lnTo>
                  <a:lnTo>
                    <a:pt x="184327" y="21539"/>
                  </a:lnTo>
                  <a:lnTo>
                    <a:pt x="199537" y="21539"/>
                  </a:lnTo>
                  <a:lnTo>
                    <a:pt x="196583" y="17576"/>
                  </a:lnTo>
                  <a:lnTo>
                    <a:pt x="213779" y="469"/>
                  </a:lnTo>
                  <a:close/>
                </a:path>
                <a:path w="993775" h="43815">
                  <a:moveTo>
                    <a:pt x="290334" y="469"/>
                  </a:moveTo>
                  <a:lnTo>
                    <a:pt x="258737" y="469"/>
                  </a:lnTo>
                  <a:lnTo>
                    <a:pt x="258737" y="42621"/>
                  </a:lnTo>
                  <a:lnTo>
                    <a:pt x="290550" y="42621"/>
                  </a:lnTo>
                  <a:lnTo>
                    <a:pt x="290550" y="37414"/>
                  </a:lnTo>
                  <a:lnTo>
                    <a:pt x="266560" y="37414"/>
                  </a:lnTo>
                  <a:lnTo>
                    <a:pt x="266560" y="23914"/>
                  </a:lnTo>
                  <a:lnTo>
                    <a:pt x="286791" y="23914"/>
                  </a:lnTo>
                  <a:lnTo>
                    <a:pt x="286791" y="18707"/>
                  </a:lnTo>
                  <a:lnTo>
                    <a:pt x="266560" y="18707"/>
                  </a:lnTo>
                  <a:lnTo>
                    <a:pt x="266560" y="5651"/>
                  </a:lnTo>
                  <a:lnTo>
                    <a:pt x="290334" y="5651"/>
                  </a:lnTo>
                  <a:lnTo>
                    <a:pt x="290334" y="469"/>
                  </a:lnTo>
                  <a:close/>
                </a:path>
                <a:path w="993775" h="43815">
                  <a:moveTo>
                    <a:pt x="381139" y="469"/>
                  </a:moveTo>
                  <a:lnTo>
                    <a:pt x="373253" y="469"/>
                  </a:lnTo>
                  <a:lnTo>
                    <a:pt x="373253" y="42621"/>
                  </a:lnTo>
                  <a:lnTo>
                    <a:pt x="381139" y="42621"/>
                  </a:lnTo>
                  <a:lnTo>
                    <a:pt x="381139" y="469"/>
                  </a:lnTo>
                  <a:close/>
                </a:path>
                <a:path w="993775" h="43815">
                  <a:moveTo>
                    <a:pt x="448386" y="5651"/>
                  </a:moveTo>
                  <a:lnTo>
                    <a:pt x="440499" y="5651"/>
                  </a:lnTo>
                  <a:lnTo>
                    <a:pt x="440499" y="42621"/>
                  </a:lnTo>
                  <a:lnTo>
                    <a:pt x="448386" y="42621"/>
                  </a:lnTo>
                  <a:lnTo>
                    <a:pt x="448386" y="5651"/>
                  </a:lnTo>
                  <a:close/>
                </a:path>
                <a:path w="993775" h="43815">
                  <a:moveTo>
                    <a:pt x="463156" y="469"/>
                  </a:moveTo>
                  <a:lnTo>
                    <a:pt x="425729" y="469"/>
                  </a:lnTo>
                  <a:lnTo>
                    <a:pt x="425729" y="5651"/>
                  </a:lnTo>
                  <a:lnTo>
                    <a:pt x="463156" y="5651"/>
                  </a:lnTo>
                  <a:lnTo>
                    <a:pt x="463156" y="469"/>
                  </a:lnTo>
                  <a:close/>
                </a:path>
                <a:path w="993775" h="43815">
                  <a:moveTo>
                    <a:pt x="571461" y="0"/>
                  </a:moveTo>
                  <a:lnTo>
                    <a:pt x="554189" y="0"/>
                  </a:lnTo>
                  <a:lnTo>
                    <a:pt x="549757" y="1409"/>
                  </a:lnTo>
                  <a:lnTo>
                    <a:pt x="545896" y="5130"/>
                  </a:lnTo>
                  <a:lnTo>
                    <a:pt x="543612" y="7366"/>
                  </a:lnTo>
                  <a:lnTo>
                    <a:pt x="542531" y="10744"/>
                  </a:lnTo>
                  <a:lnTo>
                    <a:pt x="542596" y="32169"/>
                  </a:lnTo>
                  <a:lnTo>
                    <a:pt x="543420" y="35242"/>
                  </a:lnTo>
                  <a:lnTo>
                    <a:pt x="545872" y="38074"/>
                  </a:lnTo>
                  <a:lnTo>
                    <a:pt x="548944" y="41490"/>
                  </a:lnTo>
                  <a:lnTo>
                    <a:pt x="553669" y="43205"/>
                  </a:lnTo>
                  <a:lnTo>
                    <a:pt x="571754" y="43205"/>
                  </a:lnTo>
                  <a:lnTo>
                    <a:pt x="577951" y="39433"/>
                  </a:lnTo>
                  <a:lnTo>
                    <a:pt x="578049" y="38074"/>
                  </a:lnTo>
                  <a:lnTo>
                    <a:pt x="553300" y="38074"/>
                  </a:lnTo>
                  <a:lnTo>
                    <a:pt x="550430" y="34709"/>
                  </a:lnTo>
                  <a:lnTo>
                    <a:pt x="550430" y="8559"/>
                  </a:lnTo>
                  <a:lnTo>
                    <a:pt x="553300" y="5130"/>
                  </a:lnTo>
                  <a:lnTo>
                    <a:pt x="577455" y="5130"/>
                  </a:lnTo>
                  <a:lnTo>
                    <a:pt x="577367" y="3886"/>
                  </a:lnTo>
                  <a:lnTo>
                    <a:pt x="571461" y="0"/>
                  </a:lnTo>
                  <a:close/>
                </a:path>
                <a:path w="993775" h="43815">
                  <a:moveTo>
                    <a:pt x="571106" y="31521"/>
                  </a:moveTo>
                  <a:lnTo>
                    <a:pt x="570551" y="34709"/>
                  </a:lnTo>
                  <a:lnTo>
                    <a:pt x="570458" y="35242"/>
                  </a:lnTo>
                  <a:lnTo>
                    <a:pt x="570357" y="35826"/>
                  </a:lnTo>
                  <a:lnTo>
                    <a:pt x="566889" y="38074"/>
                  </a:lnTo>
                  <a:lnTo>
                    <a:pt x="578049" y="38074"/>
                  </a:lnTo>
                  <a:lnTo>
                    <a:pt x="578472" y="32169"/>
                  </a:lnTo>
                  <a:lnTo>
                    <a:pt x="571106" y="31521"/>
                  </a:lnTo>
                  <a:close/>
                </a:path>
                <a:path w="993775" h="43815">
                  <a:moveTo>
                    <a:pt x="577455" y="5130"/>
                  </a:moveTo>
                  <a:lnTo>
                    <a:pt x="566585" y="5130"/>
                  </a:lnTo>
                  <a:lnTo>
                    <a:pt x="569912" y="7366"/>
                  </a:lnTo>
                  <a:lnTo>
                    <a:pt x="570429" y="10744"/>
                  </a:lnTo>
                  <a:lnTo>
                    <a:pt x="570499" y="11201"/>
                  </a:lnTo>
                  <a:lnTo>
                    <a:pt x="570572" y="11684"/>
                  </a:lnTo>
                  <a:lnTo>
                    <a:pt x="577888" y="11201"/>
                  </a:lnTo>
                  <a:lnTo>
                    <a:pt x="577455" y="5130"/>
                  </a:lnTo>
                  <a:close/>
                </a:path>
                <a:path w="993775" h="43815">
                  <a:moveTo>
                    <a:pt x="632434" y="469"/>
                  </a:moveTo>
                  <a:lnTo>
                    <a:pt x="624547" y="469"/>
                  </a:lnTo>
                  <a:lnTo>
                    <a:pt x="624547" y="42621"/>
                  </a:lnTo>
                  <a:lnTo>
                    <a:pt x="632434" y="42621"/>
                  </a:lnTo>
                  <a:lnTo>
                    <a:pt x="632434" y="23914"/>
                  </a:lnTo>
                  <a:lnTo>
                    <a:pt x="660565" y="23914"/>
                  </a:lnTo>
                  <a:lnTo>
                    <a:pt x="660565" y="18707"/>
                  </a:lnTo>
                  <a:lnTo>
                    <a:pt x="632434" y="18707"/>
                  </a:lnTo>
                  <a:lnTo>
                    <a:pt x="632434" y="469"/>
                  </a:lnTo>
                  <a:close/>
                </a:path>
                <a:path w="993775" h="43815">
                  <a:moveTo>
                    <a:pt x="660565" y="23914"/>
                  </a:moveTo>
                  <a:lnTo>
                    <a:pt x="652665" y="23914"/>
                  </a:lnTo>
                  <a:lnTo>
                    <a:pt x="652665" y="42621"/>
                  </a:lnTo>
                  <a:lnTo>
                    <a:pt x="660565" y="42621"/>
                  </a:lnTo>
                  <a:lnTo>
                    <a:pt x="660565" y="23914"/>
                  </a:lnTo>
                  <a:close/>
                </a:path>
                <a:path w="993775" h="43815">
                  <a:moveTo>
                    <a:pt x="660565" y="469"/>
                  </a:moveTo>
                  <a:lnTo>
                    <a:pt x="652665" y="469"/>
                  </a:lnTo>
                  <a:lnTo>
                    <a:pt x="652665" y="18707"/>
                  </a:lnTo>
                  <a:lnTo>
                    <a:pt x="660565" y="18707"/>
                  </a:lnTo>
                  <a:lnTo>
                    <a:pt x="660565" y="469"/>
                  </a:lnTo>
                  <a:close/>
                </a:path>
                <a:path w="993775" h="43815">
                  <a:moveTo>
                    <a:pt x="730834" y="469"/>
                  </a:moveTo>
                  <a:lnTo>
                    <a:pt x="723239" y="469"/>
                  </a:lnTo>
                  <a:lnTo>
                    <a:pt x="704049" y="42621"/>
                  </a:lnTo>
                  <a:lnTo>
                    <a:pt x="712609" y="42621"/>
                  </a:lnTo>
                  <a:lnTo>
                    <a:pt x="716292" y="33820"/>
                  </a:lnTo>
                  <a:lnTo>
                    <a:pt x="746027" y="33820"/>
                  </a:lnTo>
                  <a:lnTo>
                    <a:pt x="743712" y="28740"/>
                  </a:lnTo>
                  <a:lnTo>
                    <a:pt x="718223" y="28740"/>
                  </a:lnTo>
                  <a:lnTo>
                    <a:pt x="727075" y="8140"/>
                  </a:lnTo>
                  <a:lnTo>
                    <a:pt x="734328" y="8140"/>
                  </a:lnTo>
                  <a:lnTo>
                    <a:pt x="730834" y="469"/>
                  </a:lnTo>
                  <a:close/>
                </a:path>
                <a:path w="993775" h="43815">
                  <a:moveTo>
                    <a:pt x="746027" y="33820"/>
                  </a:moveTo>
                  <a:lnTo>
                    <a:pt x="737781" y="33820"/>
                  </a:lnTo>
                  <a:lnTo>
                    <a:pt x="741464" y="42621"/>
                  </a:lnTo>
                  <a:lnTo>
                    <a:pt x="750036" y="42621"/>
                  </a:lnTo>
                  <a:lnTo>
                    <a:pt x="746027" y="33820"/>
                  </a:lnTo>
                  <a:close/>
                </a:path>
                <a:path w="993775" h="43815">
                  <a:moveTo>
                    <a:pt x="734328" y="8140"/>
                  </a:moveTo>
                  <a:lnTo>
                    <a:pt x="727075" y="8140"/>
                  </a:lnTo>
                  <a:lnTo>
                    <a:pt x="735850" y="28740"/>
                  </a:lnTo>
                  <a:lnTo>
                    <a:pt x="743712" y="28740"/>
                  </a:lnTo>
                  <a:lnTo>
                    <a:pt x="734328" y="8140"/>
                  </a:lnTo>
                  <a:close/>
                </a:path>
                <a:path w="993775" h="43815">
                  <a:moveTo>
                    <a:pt x="798614" y="469"/>
                  </a:moveTo>
                  <a:lnTo>
                    <a:pt x="790943" y="469"/>
                  </a:lnTo>
                  <a:lnTo>
                    <a:pt x="790943" y="42621"/>
                  </a:lnTo>
                  <a:lnTo>
                    <a:pt x="798614" y="42621"/>
                  </a:lnTo>
                  <a:lnTo>
                    <a:pt x="798614" y="11087"/>
                  </a:lnTo>
                  <a:lnTo>
                    <a:pt x="806519" y="11087"/>
                  </a:lnTo>
                  <a:lnTo>
                    <a:pt x="798614" y="469"/>
                  </a:lnTo>
                  <a:close/>
                </a:path>
                <a:path w="993775" h="43815">
                  <a:moveTo>
                    <a:pt x="806519" y="11087"/>
                  </a:moveTo>
                  <a:lnTo>
                    <a:pt x="798614" y="11087"/>
                  </a:lnTo>
                  <a:lnTo>
                    <a:pt x="822083" y="42621"/>
                  </a:lnTo>
                  <a:lnTo>
                    <a:pt x="829767" y="42621"/>
                  </a:lnTo>
                  <a:lnTo>
                    <a:pt x="829767" y="31991"/>
                  </a:lnTo>
                  <a:lnTo>
                    <a:pt x="822083" y="31991"/>
                  </a:lnTo>
                  <a:lnTo>
                    <a:pt x="806519" y="11087"/>
                  </a:lnTo>
                  <a:close/>
                </a:path>
                <a:path w="993775" h="43815">
                  <a:moveTo>
                    <a:pt x="829767" y="469"/>
                  </a:moveTo>
                  <a:lnTo>
                    <a:pt x="822083" y="469"/>
                  </a:lnTo>
                  <a:lnTo>
                    <a:pt x="822083" y="31991"/>
                  </a:lnTo>
                  <a:lnTo>
                    <a:pt x="829767" y="31991"/>
                  </a:lnTo>
                  <a:lnTo>
                    <a:pt x="829767" y="469"/>
                  </a:lnTo>
                  <a:close/>
                </a:path>
                <a:path w="993775" h="43815">
                  <a:moveTo>
                    <a:pt x="906602" y="0"/>
                  </a:moveTo>
                  <a:lnTo>
                    <a:pt x="888961" y="0"/>
                  </a:lnTo>
                  <a:lnTo>
                    <a:pt x="884466" y="1409"/>
                  </a:lnTo>
                  <a:lnTo>
                    <a:pt x="880441" y="5130"/>
                  </a:lnTo>
                  <a:lnTo>
                    <a:pt x="878079" y="7366"/>
                  </a:lnTo>
                  <a:lnTo>
                    <a:pt x="877011" y="10680"/>
                  </a:lnTo>
                  <a:lnTo>
                    <a:pt x="877011" y="31991"/>
                  </a:lnTo>
                  <a:lnTo>
                    <a:pt x="877754" y="34709"/>
                  </a:lnTo>
                  <a:lnTo>
                    <a:pt x="877789" y="34836"/>
                  </a:lnTo>
                  <a:lnTo>
                    <a:pt x="877900" y="35242"/>
                  </a:lnTo>
                  <a:lnTo>
                    <a:pt x="880505" y="38074"/>
                  </a:lnTo>
                  <a:lnTo>
                    <a:pt x="883756" y="41681"/>
                  </a:lnTo>
                  <a:lnTo>
                    <a:pt x="883992" y="41681"/>
                  </a:lnTo>
                  <a:lnTo>
                    <a:pt x="888517" y="43205"/>
                  </a:lnTo>
                  <a:lnTo>
                    <a:pt x="902919" y="43205"/>
                  </a:lnTo>
                  <a:lnTo>
                    <a:pt x="907719" y="41681"/>
                  </a:lnTo>
                  <a:lnTo>
                    <a:pt x="911458" y="38074"/>
                  </a:lnTo>
                  <a:lnTo>
                    <a:pt x="887933" y="38074"/>
                  </a:lnTo>
                  <a:lnTo>
                    <a:pt x="885024" y="34836"/>
                  </a:lnTo>
                  <a:lnTo>
                    <a:pt x="884910" y="8559"/>
                  </a:lnTo>
                  <a:lnTo>
                    <a:pt x="887933" y="5130"/>
                  </a:lnTo>
                  <a:lnTo>
                    <a:pt x="912823" y="5130"/>
                  </a:lnTo>
                  <a:lnTo>
                    <a:pt x="912736" y="3886"/>
                  </a:lnTo>
                  <a:lnTo>
                    <a:pt x="906602" y="0"/>
                  </a:lnTo>
                  <a:close/>
                </a:path>
                <a:path w="993775" h="43815">
                  <a:moveTo>
                    <a:pt x="914882" y="20002"/>
                  </a:moveTo>
                  <a:lnTo>
                    <a:pt x="897153" y="20002"/>
                  </a:lnTo>
                  <a:lnTo>
                    <a:pt x="897153" y="24904"/>
                  </a:lnTo>
                  <a:lnTo>
                    <a:pt x="907046" y="24904"/>
                  </a:lnTo>
                  <a:lnTo>
                    <a:pt x="907046" y="34836"/>
                  </a:lnTo>
                  <a:lnTo>
                    <a:pt x="903427" y="38074"/>
                  </a:lnTo>
                  <a:lnTo>
                    <a:pt x="911458" y="38074"/>
                  </a:lnTo>
                  <a:lnTo>
                    <a:pt x="913841" y="35775"/>
                  </a:lnTo>
                  <a:lnTo>
                    <a:pt x="914882" y="32639"/>
                  </a:lnTo>
                  <a:lnTo>
                    <a:pt x="914882" y="20002"/>
                  </a:lnTo>
                  <a:close/>
                </a:path>
                <a:path w="993775" h="43815">
                  <a:moveTo>
                    <a:pt x="912823" y="5130"/>
                  </a:moveTo>
                  <a:lnTo>
                    <a:pt x="901725" y="5130"/>
                  </a:lnTo>
                  <a:lnTo>
                    <a:pt x="905205" y="7366"/>
                  </a:lnTo>
                  <a:lnTo>
                    <a:pt x="905770" y="10680"/>
                  </a:lnTo>
                  <a:lnTo>
                    <a:pt x="905872" y="11277"/>
                  </a:lnTo>
                  <a:lnTo>
                    <a:pt x="905941" y="11684"/>
                  </a:lnTo>
                  <a:lnTo>
                    <a:pt x="913257" y="11277"/>
                  </a:lnTo>
                  <a:lnTo>
                    <a:pt x="912823" y="5130"/>
                  </a:lnTo>
                  <a:close/>
                </a:path>
                <a:path w="993775" h="43815">
                  <a:moveTo>
                    <a:pt x="993127" y="469"/>
                  </a:moveTo>
                  <a:lnTo>
                    <a:pt x="961529" y="469"/>
                  </a:lnTo>
                  <a:lnTo>
                    <a:pt x="961529" y="42621"/>
                  </a:lnTo>
                  <a:lnTo>
                    <a:pt x="993355" y="42621"/>
                  </a:lnTo>
                  <a:lnTo>
                    <a:pt x="993355" y="37414"/>
                  </a:lnTo>
                  <a:lnTo>
                    <a:pt x="969352" y="37414"/>
                  </a:lnTo>
                  <a:lnTo>
                    <a:pt x="969352" y="23914"/>
                  </a:lnTo>
                  <a:lnTo>
                    <a:pt x="989584" y="23914"/>
                  </a:lnTo>
                  <a:lnTo>
                    <a:pt x="989584" y="18707"/>
                  </a:lnTo>
                  <a:lnTo>
                    <a:pt x="969352" y="18707"/>
                  </a:lnTo>
                  <a:lnTo>
                    <a:pt x="969352" y="5651"/>
                  </a:lnTo>
                  <a:lnTo>
                    <a:pt x="993127" y="5651"/>
                  </a:lnTo>
                  <a:lnTo>
                    <a:pt x="993127" y="469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9">
              <a:extLst>
                <a:ext uri="{FF2B5EF4-FFF2-40B4-BE49-F238E27FC236}">
                  <a16:creationId xmlns:a16="http://schemas.microsoft.com/office/drawing/2014/main" id="{DEAF4180-20B5-42E0-7843-F0408C188C2A}"/>
                </a:ext>
              </a:extLst>
            </p:cNvPr>
            <p:cNvSpPr/>
            <p:nvPr/>
          </p:nvSpPr>
          <p:spPr>
            <a:xfrm>
              <a:off x="491261" y="9467176"/>
              <a:ext cx="2139315" cy="483234"/>
            </a:xfrm>
            <a:custGeom>
              <a:avLst/>
              <a:gdLst/>
              <a:ahLst/>
              <a:cxnLst/>
              <a:rect l="l" t="t" r="r" b="b"/>
              <a:pathLst>
                <a:path w="2139315" h="483234">
                  <a:moveTo>
                    <a:pt x="2139251" y="205943"/>
                  </a:moveTo>
                  <a:lnTo>
                    <a:pt x="1069619" y="205943"/>
                  </a:lnTo>
                  <a:lnTo>
                    <a:pt x="1069619" y="237172"/>
                  </a:lnTo>
                  <a:lnTo>
                    <a:pt x="1069619" y="239445"/>
                  </a:lnTo>
                  <a:lnTo>
                    <a:pt x="1069479" y="238912"/>
                  </a:lnTo>
                  <a:lnTo>
                    <a:pt x="1069454" y="238353"/>
                  </a:lnTo>
                  <a:lnTo>
                    <a:pt x="1069619" y="237172"/>
                  </a:lnTo>
                  <a:lnTo>
                    <a:pt x="1069619" y="205943"/>
                  </a:lnTo>
                  <a:lnTo>
                    <a:pt x="725131" y="205943"/>
                  </a:lnTo>
                  <a:lnTo>
                    <a:pt x="725131" y="31000"/>
                  </a:lnTo>
                  <a:lnTo>
                    <a:pt x="722693" y="18948"/>
                  </a:lnTo>
                  <a:lnTo>
                    <a:pt x="718718" y="13068"/>
                  </a:lnTo>
                  <a:lnTo>
                    <a:pt x="718718" y="31000"/>
                  </a:lnTo>
                  <a:lnTo>
                    <a:pt x="718718" y="312978"/>
                  </a:lnTo>
                  <a:lnTo>
                    <a:pt x="611657" y="205943"/>
                  </a:lnTo>
                  <a:lnTo>
                    <a:pt x="117932" y="205943"/>
                  </a:lnTo>
                  <a:lnTo>
                    <a:pt x="117932" y="31000"/>
                  </a:lnTo>
                  <a:lnTo>
                    <a:pt x="119862" y="21437"/>
                  </a:lnTo>
                  <a:lnTo>
                    <a:pt x="125145" y="13627"/>
                  </a:lnTo>
                  <a:lnTo>
                    <a:pt x="132956" y="8343"/>
                  </a:lnTo>
                  <a:lnTo>
                    <a:pt x="142519" y="6413"/>
                  </a:lnTo>
                  <a:lnTo>
                    <a:pt x="694105" y="6413"/>
                  </a:lnTo>
                  <a:lnTo>
                    <a:pt x="703681" y="8343"/>
                  </a:lnTo>
                  <a:lnTo>
                    <a:pt x="711504" y="13627"/>
                  </a:lnTo>
                  <a:lnTo>
                    <a:pt x="716788" y="21437"/>
                  </a:lnTo>
                  <a:lnTo>
                    <a:pt x="718718" y="31000"/>
                  </a:lnTo>
                  <a:lnTo>
                    <a:pt x="718718" y="13068"/>
                  </a:lnTo>
                  <a:lnTo>
                    <a:pt x="716038" y="9093"/>
                  </a:lnTo>
                  <a:lnTo>
                    <a:pt x="712063" y="6413"/>
                  </a:lnTo>
                  <a:lnTo>
                    <a:pt x="706170" y="2438"/>
                  </a:lnTo>
                  <a:lnTo>
                    <a:pt x="694105" y="0"/>
                  </a:lnTo>
                  <a:lnTo>
                    <a:pt x="142519" y="0"/>
                  </a:lnTo>
                  <a:lnTo>
                    <a:pt x="130467" y="2438"/>
                  </a:lnTo>
                  <a:lnTo>
                    <a:pt x="120599" y="9093"/>
                  </a:lnTo>
                  <a:lnTo>
                    <a:pt x="113944" y="18948"/>
                  </a:lnTo>
                  <a:lnTo>
                    <a:pt x="111506" y="31000"/>
                  </a:lnTo>
                  <a:lnTo>
                    <a:pt x="111506" y="205943"/>
                  </a:lnTo>
                  <a:lnTo>
                    <a:pt x="34290" y="205943"/>
                  </a:lnTo>
                  <a:lnTo>
                    <a:pt x="20942" y="208648"/>
                  </a:lnTo>
                  <a:lnTo>
                    <a:pt x="10045" y="215988"/>
                  </a:lnTo>
                  <a:lnTo>
                    <a:pt x="2692" y="226885"/>
                  </a:lnTo>
                  <a:lnTo>
                    <a:pt x="368" y="238353"/>
                  </a:lnTo>
                  <a:lnTo>
                    <a:pt x="254" y="238912"/>
                  </a:lnTo>
                  <a:lnTo>
                    <a:pt x="152" y="239445"/>
                  </a:lnTo>
                  <a:lnTo>
                    <a:pt x="25" y="240042"/>
                  </a:lnTo>
                  <a:lnTo>
                    <a:pt x="0" y="482727"/>
                  </a:lnTo>
                  <a:lnTo>
                    <a:pt x="2104974" y="482727"/>
                  </a:lnTo>
                  <a:lnTo>
                    <a:pt x="2118309" y="480034"/>
                  </a:lnTo>
                  <a:lnTo>
                    <a:pt x="2129205" y="472681"/>
                  </a:lnTo>
                  <a:lnTo>
                    <a:pt x="2136559" y="461772"/>
                  </a:lnTo>
                  <a:lnTo>
                    <a:pt x="2139251" y="448424"/>
                  </a:lnTo>
                  <a:lnTo>
                    <a:pt x="2139251" y="312978"/>
                  </a:lnTo>
                  <a:lnTo>
                    <a:pt x="2139251" y="240042"/>
                  </a:lnTo>
                  <a:lnTo>
                    <a:pt x="2139251" y="237172"/>
                  </a:lnTo>
                  <a:lnTo>
                    <a:pt x="2139251" y="205943"/>
                  </a:lnTo>
                  <a:close/>
                </a:path>
              </a:pathLst>
            </a:custGeom>
            <a:solidFill>
              <a:srgbClr val="0080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0">
              <a:extLst>
                <a:ext uri="{FF2B5EF4-FFF2-40B4-BE49-F238E27FC236}">
                  <a16:creationId xmlns:a16="http://schemas.microsoft.com/office/drawing/2014/main" id="{D6DA58E3-0F3A-10AA-342B-791C4685053A}"/>
                </a:ext>
              </a:extLst>
            </p:cNvPr>
            <p:cNvSpPr/>
            <p:nvPr/>
          </p:nvSpPr>
          <p:spPr>
            <a:xfrm>
              <a:off x="1567366" y="9679623"/>
              <a:ext cx="1057275" cy="264160"/>
            </a:xfrm>
            <a:custGeom>
              <a:avLst/>
              <a:gdLst/>
              <a:ahLst/>
              <a:cxnLst/>
              <a:rect l="l" t="t" r="r" b="b"/>
              <a:pathLst>
                <a:path w="1057275" h="264159">
                  <a:moveTo>
                    <a:pt x="1056665" y="0"/>
                  </a:moveTo>
                  <a:lnTo>
                    <a:pt x="0" y="0"/>
                  </a:lnTo>
                  <a:lnTo>
                    <a:pt x="0" y="235965"/>
                  </a:lnTo>
                  <a:lnTo>
                    <a:pt x="2189" y="246776"/>
                  </a:lnTo>
                  <a:lnTo>
                    <a:pt x="8156" y="255614"/>
                  </a:lnTo>
                  <a:lnTo>
                    <a:pt x="16994" y="261578"/>
                  </a:lnTo>
                  <a:lnTo>
                    <a:pt x="27800" y="263766"/>
                  </a:lnTo>
                  <a:lnTo>
                    <a:pt x="1028865" y="263766"/>
                  </a:lnTo>
                  <a:lnTo>
                    <a:pt x="1039675" y="261578"/>
                  </a:lnTo>
                  <a:lnTo>
                    <a:pt x="1048513" y="255614"/>
                  </a:lnTo>
                  <a:lnTo>
                    <a:pt x="1054477" y="246776"/>
                  </a:lnTo>
                  <a:lnTo>
                    <a:pt x="1056665" y="235965"/>
                  </a:lnTo>
                  <a:lnTo>
                    <a:pt x="105666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1">
              <a:extLst>
                <a:ext uri="{FF2B5EF4-FFF2-40B4-BE49-F238E27FC236}">
                  <a16:creationId xmlns:a16="http://schemas.microsoft.com/office/drawing/2014/main" id="{3D416BE4-FC19-E9B8-54B9-5A94A1B9E31E}"/>
                </a:ext>
              </a:extLst>
            </p:cNvPr>
            <p:cNvSpPr/>
            <p:nvPr/>
          </p:nvSpPr>
          <p:spPr>
            <a:xfrm>
              <a:off x="1593898" y="9735109"/>
              <a:ext cx="318770" cy="153035"/>
            </a:xfrm>
            <a:custGeom>
              <a:avLst/>
              <a:gdLst/>
              <a:ahLst/>
              <a:cxnLst/>
              <a:rect l="l" t="t" r="r" b="b"/>
              <a:pathLst>
                <a:path w="318769" h="153034">
                  <a:moveTo>
                    <a:pt x="318541" y="0"/>
                  </a:moveTo>
                  <a:lnTo>
                    <a:pt x="271322" y="0"/>
                  </a:lnTo>
                  <a:lnTo>
                    <a:pt x="225488" y="116370"/>
                  </a:lnTo>
                  <a:lnTo>
                    <a:pt x="187210" y="0"/>
                  </a:lnTo>
                  <a:lnTo>
                    <a:pt x="131076" y="0"/>
                  </a:lnTo>
                  <a:lnTo>
                    <a:pt x="91655" y="116370"/>
                  </a:lnTo>
                  <a:lnTo>
                    <a:pt x="47218" y="0"/>
                  </a:lnTo>
                  <a:lnTo>
                    <a:pt x="0" y="0"/>
                  </a:lnTo>
                  <a:lnTo>
                    <a:pt x="61645" y="152806"/>
                  </a:lnTo>
                  <a:lnTo>
                    <a:pt x="123520" y="152806"/>
                  </a:lnTo>
                  <a:lnTo>
                    <a:pt x="159042" y="42837"/>
                  </a:lnTo>
                  <a:lnTo>
                    <a:pt x="192951" y="152806"/>
                  </a:lnTo>
                  <a:lnTo>
                    <a:pt x="255282" y="152806"/>
                  </a:lnTo>
                  <a:lnTo>
                    <a:pt x="318541" y="0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12">
              <a:extLst>
                <a:ext uri="{FF2B5EF4-FFF2-40B4-BE49-F238E27FC236}">
                  <a16:creationId xmlns:a16="http://schemas.microsoft.com/office/drawing/2014/main" id="{E094A13E-654C-B293-64C3-5F74A88243D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1954" y="9735109"/>
              <a:ext cx="192481" cy="152793"/>
            </a:xfrm>
            <a:prstGeom prst="rect">
              <a:avLst/>
            </a:prstGeom>
          </p:spPr>
        </p:pic>
        <p:pic>
          <p:nvPicPr>
            <p:cNvPr id="8" name="object 13">
              <a:extLst>
                <a:ext uri="{FF2B5EF4-FFF2-40B4-BE49-F238E27FC236}">
                  <a16:creationId xmlns:a16="http://schemas.microsoft.com/office/drawing/2014/main" id="{21729D92-6277-9EA7-FB1D-1E7E3656F0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9600" y="9735109"/>
              <a:ext cx="231914" cy="152793"/>
            </a:xfrm>
            <a:prstGeom prst="rect">
              <a:avLst/>
            </a:prstGeom>
          </p:spPr>
        </p:pic>
        <p:pic>
          <p:nvPicPr>
            <p:cNvPr id="9" name="object 14">
              <a:extLst>
                <a:ext uri="{FF2B5EF4-FFF2-40B4-BE49-F238E27FC236}">
                  <a16:creationId xmlns:a16="http://schemas.microsoft.com/office/drawing/2014/main" id="{DF6395C4-A473-8CF9-B504-2DBF24E65B6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2805" y="9735109"/>
              <a:ext cx="184696" cy="152793"/>
            </a:xfrm>
            <a:prstGeom prst="rect">
              <a:avLst/>
            </a:prstGeom>
          </p:spPr>
        </p:pic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FBA97570-6DB1-ACB7-53FA-8873CA8D1F27}"/>
                </a:ext>
              </a:extLst>
            </p:cNvPr>
            <p:cNvSpPr/>
            <p:nvPr/>
          </p:nvSpPr>
          <p:spPr>
            <a:xfrm>
              <a:off x="597268" y="9735108"/>
              <a:ext cx="447675" cy="153035"/>
            </a:xfrm>
            <a:custGeom>
              <a:avLst/>
              <a:gdLst/>
              <a:ahLst/>
              <a:cxnLst/>
              <a:rect l="l" t="t" r="r" b="b"/>
              <a:pathLst>
                <a:path w="447675" h="153034">
                  <a:moveTo>
                    <a:pt x="18338" y="0"/>
                  </a:moveTo>
                  <a:lnTo>
                    <a:pt x="0" y="0"/>
                  </a:lnTo>
                  <a:lnTo>
                    <a:pt x="0" y="152806"/>
                  </a:lnTo>
                  <a:lnTo>
                    <a:pt x="18338" y="152806"/>
                  </a:lnTo>
                  <a:lnTo>
                    <a:pt x="18338" y="0"/>
                  </a:lnTo>
                  <a:close/>
                </a:path>
                <a:path w="447675" h="153034">
                  <a:moveTo>
                    <a:pt x="447497" y="114"/>
                  </a:moveTo>
                  <a:lnTo>
                    <a:pt x="274027" y="114"/>
                  </a:lnTo>
                  <a:lnTo>
                    <a:pt x="274027" y="15354"/>
                  </a:lnTo>
                  <a:lnTo>
                    <a:pt x="351726" y="15354"/>
                  </a:lnTo>
                  <a:lnTo>
                    <a:pt x="351726" y="152514"/>
                  </a:lnTo>
                  <a:lnTo>
                    <a:pt x="370052" y="152514"/>
                  </a:lnTo>
                  <a:lnTo>
                    <a:pt x="370052" y="15354"/>
                  </a:lnTo>
                  <a:lnTo>
                    <a:pt x="447497" y="15354"/>
                  </a:lnTo>
                  <a:lnTo>
                    <a:pt x="447497" y="114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6">
              <a:extLst>
                <a:ext uri="{FF2B5EF4-FFF2-40B4-BE49-F238E27FC236}">
                  <a16:creationId xmlns:a16="http://schemas.microsoft.com/office/drawing/2014/main" id="{9D153DFA-9CB3-35EB-2911-3CE6B4F4752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3378" y="9733511"/>
              <a:ext cx="174358" cy="156006"/>
            </a:xfrm>
            <a:prstGeom prst="rect">
              <a:avLst/>
            </a:prstGeom>
          </p:spPr>
        </p:pic>
        <p:pic>
          <p:nvPicPr>
            <p:cNvPr id="12" name="object 17">
              <a:extLst>
                <a:ext uri="{FF2B5EF4-FFF2-40B4-BE49-F238E27FC236}">
                  <a16:creationId xmlns:a16="http://schemas.microsoft.com/office/drawing/2014/main" id="{C4247F0B-B924-20E0-594C-7FC56BD515B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419" y="9535944"/>
              <a:ext cx="434295" cy="76225"/>
            </a:xfrm>
            <a:prstGeom prst="rect">
              <a:avLst/>
            </a:prstGeom>
          </p:spPr>
        </p:pic>
      </p:grpSp>
      <p:sp>
        <p:nvSpPr>
          <p:cNvPr id="13" name="object 24">
            <a:extLst>
              <a:ext uri="{FF2B5EF4-FFF2-40B4-BE49-F238E27FC236}">
                <a16:creationId xmlns:a16="http://schemas.microsoft.com/office/drawing/2014/main" id="{F2867FA2-3B21-786C-AD12-8B552EF665B8}"/>
              </a:ext>
            </a:extLst>
          </p:cNvPr>
          <p:cNvSpPr/>
          <p:nvPr/>
        </p:nvSpPr>
        <p:spPr>
          <a:xfrm>
            <a:off x="2853105" y="9522155"/>
            <a:ext cx="4699635" cy="8255"/>
          </a:xfrm>
          <a:custGeom>
            <a:avLst/>
            <a:gdLst/>
            <a:ahLst/>
            <a:cxnLst/>
            <a:rect l="l" t="t" r="r" b="b"/>
            <a:pathLst>
              <a:path w="4699634" h="8254">
                <a:moveTo>
                  <a:pt x="4699622" y="0"/>
                </a:moveTo>
                <a:lnTo>
                  <a:pt x="0" y="0"/>
                </a:lnTo>
                <a:lnTo>
                  <a:pt x="0" y="7886"/>
                </a:lnTo>
                <a:lnTo>
                  <a:pt x="4699622" y="7886"/>
                </a:lnTo>
                <a:lnTo>
                  <a:pt x="4699622" y="0"/>
                </a:lnTo>
                <a:close/>
              </a:path>
            </a:pathLst>
          </a:custGeom>
          <a:solidFill>
            <a:srgbClr val="008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5">
            <a:extLst>
              <a:ext uri="{FF2B5EF4-FFF2-40B4-BE49-F238E27FC236}">
                <a16:creationId xmlns:a16="http://schemas.microsoft.com/office/drawing/2014/main" id="{650DC948-4CD7-E20B-E2CD-5CBD8AF253D5}"/>
              </a:ext>
            </a:extLst>
          </p:cNvPr>
          <p:cNvSpPr/>
          <p:nvPr/>
        </p:nvSpPr>
        <p:spPr>
          <a:xfrm>
            <a:off x="393" y="9522155"/>
            <a:ext cx="271145" cy="8255"/>
          </a:xfrm>
          <a:custGeom>
            <a:avLst/>
            <a:gdLst/>
            <a:ahLst/>
            <a:cxnLst/>
            <a:rect l="l" t="t" r="r" b="b"/>
            <a:pathLst>
              <a:path w="271145" h="8254">
                <a:moveTo>
                  <a:pt x="270573" y="0"/>
                </a:moveTo>
                <a:lnTo>
                  <a:pt x="0" y="0"/>
                </a:lnTo>
                <a:lnTo>
                  <a:pt x="0" y="7886"/>
                </a:lnTo>
                <a:lnTo>
                  <a:pt x="270573" y="7886"/>
                </a:lnTo>
                <a:lnTo>
                  <a:pt x="270573" y="0"/>
                </a:lnTo>
                <a:close/>
              </a:path>
            </a:pathLst>
          </a:custGeom>
          <a:solidFill>
            <a:srgbClr val="008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6">
            <a:extLst>
              <a:ext uri="{FF2B5EF4-FFF2-40B4-BE49-F238E27FC236}">
                <a16:creationId xmlns:a16="http://schemas.microsoft.com/office/drawing/2014/main" id="{6896B470-F381-B3C9-CB07-A369A25DF8BF}"/>
              </a:ext>
            </a:extLst>
          </p:cNvPr>
          <p:cNvSpPr/>
          <p:nvPr/>
        </p:nvSpPr>
        <p:spPr>
          <a:xfrm>
            <a:off x="3389144" y="9672680"/>
            <a:ext cx="697230" cy="363855"/>
          </a:xfrm>
          <a:custGeom>
            <a:avLst/>
            <a:gdLst/>
            <a:ahLst/>
            <a:cxnLst/>
            <a:rect l="l" t="t" r="r" b="b"/>
            <a:pathLst>
              <a:path w="697229" h="363854">
                <a:moveTo>
                  <a:pt x="101993" y="216738"/>
                </a:moveTo>
                <a:lnTo>
                  <a:pt x="0" y="216738"/>
                </a:lnTo>
                <a:lnTo>
                  <a:pt x="422" y="235123"/>
                </a:lnTo>
                <a:lnTo>
                  <a:pt x="17792" y="298810"/>
                </a:lnTo>
                <a:lnTo>
                  <a:pt x="44066" y="331007"/>
                </a:lnTo>
                <a:lnTo>
                  <a:pt x="88282" y="354703"/>
                </a:lnTo>
                <a:lnTo>
                  <a:pt x="155105" y="363347"/>
                </a:lnTo>
                <a:lnTo>
                  <a:pt x="208198" y="358902"/>
                </a:lnTo>
                <a:lnTo>
                  <a:pt x="251528" y="343696"/>
                </a:lnTo>
                <a:lnTo>
                  <a:pt x="283301" y="319723"/>
                </a:lnTo>
                <a:lnTo>
                  <a:pt x="301726" y="288975"/>
                </a:lnTo>
                <a:lnTo>
                  <a:pt x="399465" y="288975"/>
                </a:lnTo>
                <a:lnTo>
                  <a:pt x="399465" y="282600"/>
                </a:lnTo>
                <a:lnTo>
                  <a:pt x="152984" y="282600"/>
                </a:lnTo>
                <a:lnTo>
                  <a:pt x="127089" y="275597"/>
                </a:lnTo>
                <a:lnTo>
                  <a:pt x="111553" y="260027"/>
                </a:lnTo>
                <a:lnTo>
                  <a:pt x="103985" y="239278"/>
                </a:lnTo>
                <a:lnTo>
                  <a:pt x="101993" y="216738"/>
                </a:lnTo>
                <a:close/>
              </a:path>
              <a:path w="697229" h="363854">
                <a:moveTo>
                  <a:pt x="399465" y="288975"/>
                </a:moveTo>
                <a:lnTo>
                  <a:pt x="301726" y="288975"/>
                </a:lnTo>
                <a:lnTo>
                  <a:pt x="301726" y="356971"/>
                </a:lnTo>
                <a:lnTo>
                  <a:pt x="399465" y="356971"/>
                </a:lnTo>
                <a:lnTo>
                  <a:pt x="399465" y="288975"/>
                </a:lnTo>
                <a:close/>
              </a:path>
              <a:path w="697229" h="363854">
                <a:moveTo>
                  <a:pt x="480743" y="135991"/>
                </a:moveTo>
                <a:lnTo>
                  <a:pt x="399465" y="135991"/>
                </a:lnTo>
                <a:lnTo>
                  <a:pt x="454710" y="356971"/>
                </a:lnTo>
                <a:lnTo>
                  <a:pt x="541832" y="356971"/>
                </a:lnTo>
                <a:lnTo>
                  <a:pt x="578840" y="210362"/>
                </a:lnTo>
                <a:lnTo>
                  <a:pt x="499338" y="210362"/>
                </a:lnTo>
                <a:lnTo>
                  <a:pt x="480743" y="135991"/>
                </a:lnTo>
                <a:close/>
              </a:path>
              <a:path w="697229" h="363854">
                <a:moveTo>
                  <a:pt x="696950" y="138112"/>
                </a:moveTo>
                <a:lnTo>
                  <a:pt x="597077" y="138112"/>
                </a:lnTo>
                <a:lnTo>
                  <a:pt x="597077" y="356971"/>
                </a:lnTo>
                <a:lnTo>
                  <a:pt x="696950" y="356971"/>
                </a:lnTo>
                <a:lnTo>
                  <a:pt x="696950" y="138112"/>
                </a:lnTo>
                <a:close/>
              </a:path>
              <a:path w="697229" h="363854">
                <a:moveTo>
                  <a:pt x="299475" y="78625"/>
                </a:moveTo>
                <a:lnTo>
                  <a:pt x="159359" y="78625"/>
                </a:lnTo>
                <a:lnTo>
                  <a:pt x="178580" y="80914"/>
                </a:lnTo>
                <a:lnTo>
                  <a:pt x="192027" y="87385"/>
                </a:lnTo>
                <a:lnTo>
                  <a:pt x="200296" y="97442"/>
                </a:lnTo>
                <a:lnTo>
                  <a:pt x="203987" y="110490"/>
                </a:lnTo>
                <a:lnTo>
                  <a:pt x="200596" y="122313"/>
                </a:lnTo>
                <a:lnTo>
                  <a:pt x="192827" y="131745"/>
                </a:lnTo>
                <a:lnTo>
                  <a:pt x="179214" y="138112"/>
                </a:lnTo>
                <a:lnTo>
                  <a:pt x="178372" y="138112"/>
                </a:lnTo>
                <a:lnTo>
                  <a:pt x="159359" y="140246"/>
                </a:lnTo>
                <a:lnTo>
                  <a:pt x="125361" y="140246"/>
                </a:lnTo>
                <a:lnTo>
                  <a:pt x="125361" y="206121"/>
                </a:lnTo>
                <a:lnTo>
                  <a:pt x="155105" y="206121"/>
                </a:lnTo>
                <a:lnTo>
                  <a:pt x="168620" y="208145"/>
                </a:lnTo>
                <a:lnTo>
                  <a:pt x="181935" y="214350"/>
                </a:lnTo>
                <a:lnTo>
                  <a:pt x="192461" y="224937"/>
                </a:lnTo>
                <a:lnTo>
                  <a:pt x="197611" y="240106"/>
                </a:lnTo>
                <a:lnTo>
                  <a:pt x="194225" y="259299"/>
                </a:lnTo>
                <a:lnTo>
                  <a:pt x="184861" y="272511"/>
                </a:lnTo>
                <a:lnTo>
                  <a:pt x="170715" y="280145"/>
                </a:lnTo>
                <a:lnTo>
                  <a:pt x="152984" y="282600"/>
                </a:lnTo>
                <a:lnTo>
                  <a:pt x="399465" y="282600"/>
                </a:lnTo>
                <a:lnTo>
                  <a:pt x="399465" y="210362"/>
                </a:lnTo>
                <a:lnTo>
                  <a:pt x="301726" y="210362"/>
                </a:lnTo>
                <a:lnTo>
                  <a:pt x="291533" y="193927"/>
                </a:lnTo>
                <a:lnTo>
                  <a:pt x="280744" y="182473"/>
                </a:lnTo>
                <a:lnTo>
                  <a:pt x="270353" y="175401"/>
                </a:lnTo>
                <a:lnTo>
                  <a:pt x="261353" y="172110"/>
                </a:lnTo>
                <a:lnTo>
                  <a:pt x="275430" y="163614"/>
                </a:lnTo>
                <a:lnTo>
                  <a:pt x="286321" y="153522"/>
                </a:lnTo>
                <a:lnTo>
                  <a:pt x="294821" y="141036"/>
                </a:lnTo>
                <a:lnTo>
                  <a:pt x="301726" y="125361"/>
                </a:lnTo>
                <a:lnTo>
                  <a:pt x="478085" y="125361"/>
                </a:lnTo>
                <a:lnTo>
                  <a:pt x="467460" y="82867"/>
                </a:lnTo>
                <a:lnTo>
                  <a:pt x="301726" y="82867"/>
                </a:lnTo>
                <a:lnTo>
                  <a:pt x="299475" y="78625"/>
                </a:lnTo>
                <a:close/>
              </a:path>
              <a:path w="697229" h="363854">
                <a:moveTo>
                  <a:pt x="478085" y="125361"/>
                </a:moveTo>
                <a:lnTo>
                  <a:pt x="301726" y="125361"/>
                </a:lnTo>
                <a:lnTo>
                  <a:pt x="301726" y="210362"/>
                </a:lnTo>
                <a:lnTo>
                  <a:pt x="399465" y="210362"/>
                </a:lnTo>
                <a:lnTo>
                  <a:pt x="399465" y="135991"/>
                </a:lnTo>
                <a:lnTo>
                  <a:pt x="480743" y="135991"/>
                </a:lnTo>
                <a:lnTo>
                  <a:pt x="478085" y="125361"/>
                </a:lnTo>
                <a:close/>
              </a:path>
              <a:path w="697229" h="363854">
                <a:moveTo>
                  <a:pt x="696950" y="6375"/>
                </a:moveTo>
                <a:lnTo>
                  <a:pt x="548208" y="6375"/>
                </a:lnTo>
                <a:lnTo>
                  <a:pt x="499338" y="210362"/>
                </a:lnTo>
                <a:lnTo>
                  <a:pt x="578840" y="210362"/>
                </a:lnTo>
                <a:lnTo>
                  <a:pt x="597077" y="138112"/>
                </a:lnTo>
                <a:lnTo>
                  <a:pt x="696950" y="138112"/>
                </a:lnTo>
                <a:lnTo>
                  <a:pt x="696950" y="6375"/>
                </a:lnTo>
                <a:close/>
              </a:path>
              <a:path w="697229" h="363854">
                <a:moveTo>
                  <a:pt x="161480" y="0"/>
                </a:moveTo>
                <a:lnTo>
                  <a:pt x="119511" y="3026"/>
                </a:lnTo>
                <a:lnTo>
                  <a:pt x="80194" y="15537"/>
                </a:lnTo>
                <a:lnTo>
                  <a:pt x="47200" y="38858"/>
                </a:lnTo>
                <a:lnTo>
                  <a:pt x="24202" y="74317"/>
                </a:lnTo>
                <a:lnTo>
                  <a:pt x="14871" y="123240"/>
                </a:lnTo>
                <a:lnTo>
                  <a:pt x="112610" y="123240"/>
                </a:lnTo>
                <a:lnTo>
                  <a:pt x="116329" y="103721"/>
                </a:lnTo>
                <a:lnTo>
                  <a:pt x="126422" y="89779"/>
                </a:lnTo>
                <a:lnTo>
                  <a:pt x="141296" y="81414"/>
                </a:lnTo>
                <a:lnTo>
                  <a:pt x="159359" y="78625"/>
                </a:lnTo>
                <a:lnTo>
                  <a:pt x="299475" y="78625"/>
                </a:lnTo>
                <a:lnTo>
                  <a:pt x="280111" y="42133"/>
                </a:lnTo>
                <a:lnTo>
                  <a:pt x="246743" y="16735"/>
                </a:lnTo>
                <a:lnTo>
                  <a:pt x="205805" y="3686"/>
                </a:lnTo>
                <a:lnTo>
                  <a:pt x="161480" y="0"/>
                </a:lnTo>
                <a:close/>
              </a:path>
              <a:path w="697229" h="363854">
                <a:moveTo>
                  <a:pt x="448335" y="6375"/>
                </a:moveTo>
                <a:lnTo>
                  <a:pt x="301726" y="6375"/>
                </a:lnTo>
                <a:lnTo>
                  <a:pt x="301726" y="82867"/>
                </a:lnTo>
                <a:lnTo>
                  <a:pt x="467460" y="82867"/>
                </a:lnTo>
                <a:lnTo>
                  <a:pt x="448335" y="6375"/>
                </a:lnTo>
                <a:close/>
              </a:path>
            </a:pathLst>
          </a:custGeom>
          <a:solidFill>
            <a:srgbClr val="EE2B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27">
            <a:extLst>
              <a:ext uri="{FF2B5EF4-FFF2-40B4-BE49-F238E27FC236}">
                <a16:creationId xmlns:a16="http://schemas.microsoft.com/office/drawing/2014/main" id="{4301630C-A8ED-BDDD-CFFF-8786721D035B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56341" y="9672587"/>
            <a:ext cx="436016" cy="381165"/>
          </a:xfrm>
          <a:prstGeom prst="rect">
            <a:avLst/>
          </a:prstGeom>
        </p:spPr>
      </p:pic>
      <p:pic>
        <p:nvPicPr>
          <p:cNvPr id="17" name="object 28">
            <a:extLst>
              <a:ext uri="{FF2B5EF4-FFF2-40B4-BE49-F238E27FC236}">
                <a16:creationId xmlns:a16="http://schemas.microsoft.com/office/drawing/2014/main" id="{12468C13-6166-F31F-F417-1D629F5DCE4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5681" y="9679064"/>
            <a:ext cx="781598" cy="350596"/>
          </a:xfrm>
          <a:prstGeom prst="rect">
            <a:avLst/>
          </a:prstGeom>
        </p:spPr>
      </p:pic>
      <p:pic>
        <p:nvPicPr>
          <p:cNvPr id="18" name="object 29">
            <a:extLst>
              <a:ext uri="{FF2B5EF4-FFF2-40B4-BE49-F238E27FC236}">
                <a16:creationId xmlns:a16="http://schemas.microsoft.com/office/drawing/2014/main" id="{F169CB02-4D04-534E-0296-193816505A0C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19497" y="9717313"/>
            <a:ext cx="1066883" cy="277141"/>
          </a:xfrm>
          <a:prstGeom prst="rect">
            <a:avLst/>
          </a:prstGeom>
        </p:spPr>
      </p:pic>
      <p:sp>
        <p:nvSpPr>
          <p:cNvPr id="19" name="object 2">
            <a:extLst>
              <a:ext uri="{FF2B5EF4-FFF2-40B4-BE49-F238E27FC236}">
                <a16:creationId xmlns:a16="http://schemas.microsoft.com/office/drawing/2014/main" id="{072756D8-E7F7-A937-FB0F-DE18CA8A3FE0}"/>
              </a:ext>
            </a:extLst>
          </p:cNvPr>
          <p:cNvSpPr txBox="1"/>
          <p:nvPr/>
        </p:nvSpPr>
        <p:spPr>
          <a:xfrm>
            <a:off x="482884" y="692315"/>
            <a:ext cx="44383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1800" b="1" dirty="0">
                <a:solidFill>
                  <a:srgbClr val="0080C7"/>
                </a:solidFill>
                <a:latin typeface="URW DIN Demi"/>
                <a:cs typeface="URW DIN Demi"/>
              </a:rPr>
              <a:t>FOLIA OCHRONNA PPF</a:t>
            </a:r>
            <a:endParaRPr sz="1800" dirty="0">
              <a:latin typeface="URW DIN Demi"/>
              <a:cs typeface="URW DIN Demi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E6AB694F-176A-7141-61B7-8443A99A3C9C}"/>
              </a:ext>
            </a:extLst>
          </p:cNvPr>
          <p:cNvSpPr/>
          <p:nvPr/>
        </p:nvSpPr>
        <p:spPr>
          <a:xfrm>
            <a:off x="307555" y="1244936"/>
            <a:ext cx="6840220" cy="0"/>
          </a:xfrm>
          <a:custGeom>
            <a:avLst/>
            <a:gdLst/>
            <a:ahLst/>
            <a:cxnLst/>
            <a:rect l="l" t="t" r="r" b="b"/>
            <a:pathLst>
              <a:path w="6840220">
                <a:moveTo>
                  <a:pt x="0" y="0"/>
                </a:moveTo>
                <a:lnTo>
                  <a:pt x="6840004" y="0"/>
                </a:lnTo>
              </a:path>
            </a:pathLst>
          </a:custGeom>
          <a:ln w="14401">
            <a:solidFill>
              <a:srgbClr val="0080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4C31FAE-94FD-83C7-DBE7-4231147697F4}"/>
              </a:ext>
            </a:extLst>
          </p:cNvPr>
          <p:cNvSpPr txBox="1"/>
          <p:nvPr/>
        </p:nvSpPr>
        <p:spPr>
          <a:xfrm>
            <a:off x="305202" y="1536700"/>
            <a:ext cx="6840219" cy="7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400" kern="100" dirty="0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Folia </a:t>
            </a:r>
            <a:r>
              <a:rPr lang="pl-PL" sz="1400" b="1" kern="100" dirty="0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PPF </a:t>
            </a:r>
            <a:r>
              <a:rPr lang="pl-PL" sz="1400" b="1" kern="100" dirty="0" err="1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Xpel</a:t>
            </a:r>
            <a:r>
              <a:rPr lang="pl-PL" sz="1400" b="1" kern="100" dirty="0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 Ultimate Plus </a:t>
            </a:r>
            <a:r>
              <a:rPr lang="pl-PL" sz="1400" kern="100" dirty="0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to flagowy produkt </a:t>
            </a:r>
            <a:r>
              <a:rPr lang="pl-PL" sz="1400" kern="100" dirty="0" err="1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XpeL</a:t>
            </a:r>
            <a:r>
              <a:rPr lang="pl-PL" sz="1400" kern="100" dirty="0"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, który oferuje najwyższą ochronę i zaawansowane właściwości samoregenerujące. To idealny produkt dla wymagających klientów.</a:t>
            </a:r>
          </a:p>
        </p:txBody>
      </p:sp>
      <p:pic>
        <p:nvPicPr>
          <p:cNvPr id="27" name="Obraz 26" descr="Obraz zawierający tekst, Czcionka, zrzut ekranu, Grafika&#10;&#10;Zawartość wygenerowana przez AI może być niepoprawna.">
            <a:extLst>
              <a:ext uri="{FF2B5EF4-FFF2-40B4-BE49-F238E27FC236}">
                <a16:creationId xmlns:a16="http://schemas.microsoft.com/office/drawing/2014/main" id="{78A3BA40-2531-3707-65B3-39158B0605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356" y="573643"/>
            <a:ext cx="2298615" cy="408495"/>
          </a:xfrm>
          <a:prstGeom prst="rect">
            <a:avLst/>
          </a:prstGeom>
        </p:spPr>
      </p:pic>
      <p:sp>
        <p:nvSpPr>
          <p:cNvPr id="32" name="pole tekstowe 31">
            <a:extLst>
              <a:ext uri="{FF2B5EF4-FFF2-40B4-BE49-F238E27FC236}">
                <a16:creationId xmlns:a16="http://schemas.microsoft.com/office/drawing/2014/main" id="{9194859B-84CD-1728-9BD3-D35D949432D7}"/>
              </a:ext>
            </a:extLst>
          </p:cNvPr>
          <p:cNvSpPr txBox="1"/>
          <p:nvPr/>
        </p:nvSpPr>
        <p:spPr>
          <a:xfrm>
            <a:off x="305201" y="5880100"/>
            <a:ext cx="6840220" cy="7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400" b="1" kern="100" dirty="0">
                <a:solidFill>
                  <a:schemeClr val="bg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Najwyższa </a:t>
            </a:r>
            <a:r>
              <a:rPr lang="pl-PL" sz="1400" b="1" kern="100" dirty="0" err="1">
                <a:solidFill>
                  <a:schemeClr val="bg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samoregeneracja</a:t>
            </a:r>
            <a:r>
              <a:rPr lang="pl-PL" sz="1400" b="1" kern="100" dirty="0">
                <a:solidFill>
                  <a:schemeClr val="bg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400" kern="100" dirty="0">
                <a:solidFill>
                  <a:schemeClr val="bg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– folia  posiada najgrubszą i najbardziej efektywną powłokę samoleczącą; głębsze zadrapania znikają szybciej, często już od ciepła słonecznego.</a:t>
            </a:r>
            <a:endParaRPr lang="pl-PL" sz="1400" b="1" kern="100" dirty="0">
              <a:solidFill>
                <a:schemeClr val="bg1"/>
              </a:solidFill>
              <a:latin typeface="URW DIN" panose="00000500000000000000" pitchFamily="50" charset="-18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7F6493CA-838D-9698-E16A-543ACE30438C}"/>
              </a:ext>
            </a:extLst>
          </p:cNvPr>
          <p:cNvSpPr txBox="1"/>
          <p:nvPr/>
        </p:nvSpPr>
        <p:spPr>
          <a:xfrm>
            <a:off x="305200" y="7759904"/>
            <a:ext cx="2288735" cy="145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400" b="1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Technologia „Optical </a:t>
            </a:r>
            <a:r>
              <a:rPr lang="pl-PL" sz="1400" b="1" kern="100" dirty="0" err="1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Clear</a:t>
            </a:r>
            <a:r>
              <a:rPr lang="pl-PL" sz="1400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” zapewnia zerową zmianę wyglądu oryginalnego lakieru maksymalizując głębię i odbicie.</a:t>
            </a:r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0631FDE1-9973-B97C-6AFF-A2BB33AA5909}"/>
              </a:ext>
            </a:extLst>
          </p:cNvPr>
          <p:cNvSpPr txBox="1"/>
          <p:nvPr/>
        </p:nvSpPr>
        <p:spPr>
          <a:xfrm>
            <a:off x="2580942" y="7773141"/>
            <a:ext cx="2288735" cy="145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400" b="1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Odporność</a:t>
            </a:r>
            <a:r>
              <a:rPr lang="pl-PL" sz="1400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 na plamy – gładka, nieporowata powierzchnia skutecznie odpiera trudne zabrudzenia, ułatwiając ich usunięcie bez śladu.</a:t>
            </a:r>
          </a:p>
        </p:txBody>
      </p: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142C9E2F-CE69-398D-7E4F-135B08FEC571}"/>
              </a:ext>
            </a:extLst>
          </p:cNvPr>
          <p:cNvSpPr txBox="1"/>
          <p:nvPr/>
        </p:nvSpPr>
        <p:spPr>
          <a:xfrm>
            <a:off x="4860103" y="7759903"/>
            <a:ext cx="2288735" cy="7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400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Zaawansowana </a:t>
            </a:r>
            <a:r>
              <a:rPr lang="pl-PL" sz="1400" b="1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ochrona</a:t>
            </a:r>
            <a:r>
              <a:rPr lang="pl-PL" sz="1400" kern="100" dirty="0">
                <a:solidFill>
                  <a:schemeClr val="tx1"/>
                </a:solidFill>
                <a:effectLst/>
                <a:latin typeface="URW DIN" panose="00000500000000000000" pitchFamily="50" charset="-18"/>
                <a:ea typeface="Aptos" panose="020B0004020202020204" pitchFamily="34" charset="0"/>
                <a:cs typeface="Times New Roman" panose="02020603050405020304" pitchFamily="18" charset="0"/>
              </a:rPr>
              <a:t> przed utlenianiem i promieniowaniem UV</a:t>
            </a:r>
          </a:p>
        </p:txBody>
      </p:sp>
      <p:pic>
        <p:nvPicPr>
          <p:cNvPr id="45" name="Obraz 44" descr="Obraz zawierający Grafika, design&#10;&#10;Zawartość wygenerowana przez AI może być niepoprawna.">
            <a:extLst>
              <a:ext uri="{FF2B5EF4-FFF2-40B4-BE49-F238E27FC236}">
                <a16:creationId xmlns:a16="http://schemas.microsoft.com/office/drawing/2014/main" id="{6AF409CD-B423-EF4B-CDE8-7869B18F7F4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67" y="6985613"/>
            <a:ext cx="651352" cy="651352"/>
          </a:xfrm>
          <a:prstGeom prst="rect">
            <a:avLst/>
          </a:prstGeom>
        </p:spPr>
      </p:pic>
      <p:pic>
        <p:nvPicPr>
          <p:cNvPr id="43" name="Obraz 42" descr="Obraz zawierający symbol, Grafika, logo, design&#10;&#10;Zawartość wygenerowana przez AI może być niepoprawna.">
            <a:extLst>
              <a:ext uri="{FF2B5EF4-FFF2-40B4-BE49-F238E27FC236}">
                <a16:creationId xmlns:a16="http://schemas.microsoft.com/office/drawing/2014/main" id="{D81E9EA5-E1C1-B291-594A-5812F40D599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083" y="6948514"/>
            <a:ext cx="688451" cy="688451"/>
          </a:xfrm>
          <a:prstGeom prst="rect">
            <a:avLst/>
          </a:prstGeom>
        </p:spPr>
      </p:pic>
      <p:pic>
        <p:nvPicPr>
          <p:cNvPr id="46" name="Obraz 45" descr="Obraz zawierający szkic, kreskówka, Grafika, symbol&#10;&#10;Zawartość wygenerowana przez AI może być niepoprawna.">
            <a:extLst>
              <a:ext uri="{FF2B5EF4-FFF2-40B4-BE49-F238E27FC236}">
                <a16:creationId xmlns:a16="http://schemas.microsoft.com/office/drawing/2014/main" id="{C591D10D-8988-CDA9-D06F-C661BD29BF3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244" y="6948513"/>
            <a:ext cx="688452" cy="6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86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94</Words>
  <Application>Microsoft Office PowerPoint</Application>
  <PresentationFormat>Niestandardowy</PresentationFormat>
  <Paragraphs>6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Calibri</vt:lpstr>
      <vt:lpstr>URW DIN</vt:lpstr>
      <vt:lpstr>URW DIN Demi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20250416_ItsWRAP_Oferta_MercedesGTv1_WybranyZakresOfertyV5</dc:title>
  <dc:creator>Adam</dc:creator>
  <cp:lastModifiedBy>Zarząd</cp:lastModifiedBy>
  <cp:revision>6</cp:revision>
  <cp:lastPrinted>2025-12-09T13:28:55Z</cp:lastPrinted>
  <dcterms:created xsi:type="dcterms:W3CDTF">2025-07-09T13:14:50Z</dcterms:created>
  <dcterms:modified xsi:type="dcterms:W3CDTF">2026-03-06T14:13:11Z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Creator">
    <vt:lpwstr>Adobe Illustrator 29.5 (Windows)</vt:lpwstr>
  </property>
  <property fmtid="{D5CDD505-2E9C-101B-9397-08002B2CF9AE}" pid="4" name="LastSaved">
    <vt:filetime>2025-07-09T00:00:00Z</vt:filetime>
  </property>
  <property fmtid="{D5CDD505-2E9C-101B-9397-08002B2CF9AE}" pid="5" name="Producer">
    <vt:lpwstr>Adobe PDF library 17.00</vt:lpwstr>
  </property>
</Properties>
</file>