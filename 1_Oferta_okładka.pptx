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7D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318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1017"/>
            <a:ext cx="6423025" cy="2242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81192"/>
            <a:ext cx="5289550" cy="267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56561"/>
            <a:ext cx="3287077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7228"/>
            <a:ext cx="6800850" cy="17089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56561"/>
            <a:ext cx="6800850" cy="7049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33051"/>
            <a:ext cx="2418080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33051"/>
            <a:ext cx="1737995" cy="534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tswrap.pl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Obraz 22">
            <a:extLst>
              <a:ext uri="{FF2B5EF4-FFF2-40B4-BE49-F238E27FC236}">
                <a16:creationId xmlns:a16="http://schemas.microsoft.com/office/drawing/2014/main" id="{B96732A4-DAEA-ADC7-7F79-A0E5E17FB6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31" b="6802"/>
          <a:stretch>
            <a:fillRect/>
          </a:stretch>
        </p:blipFill>
        <p:spPr>
          <a:xfrm>
            <a:off x="0" y="2436710"/>
            <a:ext cx="7567456" cy="676799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021123" y="7609334"/>
            <a:ext cx="51073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FFFFFF"/>
                </a:solidFill>
                <a:latin typeface="URW DIN Black"/>
                <a:cs typeface="URW DIN Black"/>
              </a:rPr>
              <a:t>Folie</a:t>
            </a:r>
            <a:r>
              <a:rPr sz="3000" b="1" spc="-70" dirty="0">
                <a:solidFill>
                  <a:srgbClr val="FFFFFF"/>
                </a:solidFill>
                <a:latin typeface="URW DIN Black"/>
                <a:cs typeface="URW DIN Black"/>
              </a:rPr>
              <a:t> </a:t>
            </a:r>
            <a:r>
              <a:rPr sz="3000" b="1" dirty="0">
                <a:solidFill>
                  <a:srgbClr val="FFFFFF"/>
                </a:solidFill>
                <a:latin typeface="URW DIN Black"/>
                <a:cs typeface="URW DIN Black"/>
              </a:rPr>
              <a:t>dla</a:t>
            </a:r>
            <a:r>
              <a:rPr sz="3000" b="1" spc="-70" dirty="0">
                <a:solidFill>
                  <a:srgbClr val="FFFFFF"/>
                </a:solidFill>
                <a:latin typeface="URW DIN Black"/>
                <a:cs typeface="URW DIN Black"/>
              </a:rPr>
              <a:t> </a:t>
            </a:r>
            <a:r>
              <a:rPr sz="3000" b="1" spc="-25" dirty="0">
                <a:solidFill>
                  <a:srgbClr val="FFFFFF"/>
                </a:solidFill>
                <a:latin typeface="URW DIN Black"/>
                <a:cs typeface="URW DIN Black"/>
              </a:rPr>
              <a:t>Twojego</a:t>
            </a:r>
            <a:r>
              <a:rPr sz="3000" b="1" spc="-70" dirty="0">
                <a:solidFill>
                  <a:srgbClr val="FFFFFF"/>
                </a:solidFill>
                <a:latin typeface="URW DIN Black"/>
                <a:cs typeface="URW DIN Black"/>
              </a:rPr>
              <a:t> </a:t>
            </a:r>
            <a:r>
              <a:rPr sz="3000" b="1" spc="-10" dirty="0">
                <a:solidFill>
                  <a:srgbClr val="FFFFFF"/>
                </a:solidFill>
                <a:latin typeface="URW DIN Black"/>
                <a:cs typeface="URW DIN Black"/>
              </a:rPr>
              <a:t>samochodu</a:t>
            </a:r>
            <a:endParaRPr sz="3000" dirty="0">
              <a:latin typeface="URW DIN Black"/>
              <a:cs typeface="URW DIN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28481" y="9975601"/>
            <a:ext cx="101981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URW DIN" panose="00000500000000000000" pitchFamily="50" charset="-18"/>
                <a:cs typeface="Gill Sans MT"/>
                <a:hlinkClick r:id="rId3"/>
              </a:rPr>
              <a:t>itswrap.pl</a:t>
            </a:r>
            <a:endParaRPr sz="1200" dirty="0">
              <a:latin typeface="URW DIN" panose="00000500000000000000" pitchFamily="50" charset="-18"/>
              <a:cs typeface="Gill Sans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268053" y="713930"/>
            <a:ext cx="3024505" cy="798195"/>
            <a:chOff x="2268053" y="713930"/>
            <a:chExt cx="3024505" cy="798195"/>
          </a:xfrm>
        </p:grpSpPr>
        <p:sp>
          <p:nvSpPr>
            <p:cNvPr id="8" name="object 8"/>
            <p:cNvSpPr/>
            <p:nvPr/>
          </p:nvSpPr>
          <p:spPr>
            <a:xfrm>
              <a:off x="2268042" y="713930"/>
              <a:ext cx="3024505" cy="694055"/>
            </a:xfrm>
            <a:custGeom>
              <a:avLst/>
              <a:gdLst/>
              <a:ahLst/>
              <a:cxnLst/>
              <a:rect l="l" t="t" r="r" b="b"/>
              <a:pathLst>
                <a:path w="3024504" h="694055">
                  <a:moveTo>
                    <a:pt x="3023997" y="295973"/>
                  </a:moveTo>
                  <a:lnTo>
                    <a:pt x="1511985" y="295973"/>
                  </a:lnTo>
                  <a:lnTo>
                    <a:pt x="1511985" y="340855"/>
                  </a:lnTo>
                  <a:lnTo>
                    <a:pt x="1511985" y="344119"/>
                  </a:lnTo>
                  <a:lnTo>
                    <a:pt x="1511782" y="343344"/>
                  </a:lnTo>
                  <a:lnTo>
                    <a:pt x="1511744" y="342544"/>
                  </a:lnTo>
                  <a:lnTo>
                    <a:pt x="1511985" y="340855"/>
                  </a:lnTo>
                  <a:lnTo>
                    <a:pt x="1511985" y="295973"/>
                  </a:lnTo>
                  <a:lnTo>
                    <a:pt x="1025029" y="295973"/>
                  </a:lnTo>
                  <a:lnTo>
                    <a:pt x="1025029" y="44551"/>
                  </a:lnTo>
                  <a:lnTo>
                    <a:pt x="1021575" y="27228"/>
                  </a:lnTo>
                  <a:lnTo>
                    <a:pt x="1015961" y="18783"/>
                  </a:lnTo>
                  <a:lnTo>
                    <a:pt x="1015961" y="44551"/>
                  </a:lnTo>
                  <a:lnTo>
                    <a:pt x="1015961" y="449783"/>
                  </a:lnTo>
                  <a:lnTo>
                    <a:pt x="864616" y="295973"/>
                  </a:lnTo>
                  <a:lnTo>
                    <a:pt x="166700" y="295973"/>
                  </a:lnTo>
                  <a:lnTo>
                    <a:pt x="166700" y="44551"/>
                  </a:lnTo>
                  <a:lnTo>
                    <a:pt x="169430" y="30822"/>
                  </a:lnTo>
                  <a:lnTo>
                    <a:pt x="176898" y="19596"/>
                  </a:lnTo>
                  <a:lnTo>
                    <a:pt x="187947" y="12014"/>
                  </a:lnTo>
                  <a:lnTo>
                    <a:pt x="201460" y="9220"/>
                  </a:lnTo>
                  <a:lnTo>
                    <a:pt x="981176" y="9220"/>
                  </a:lnTo>
                  <a:lnTo>
                    <a:pt x="994702" y="12014"/>
                  </a:lnTo>
                  <a:lnTo>
                    <a:pt x="1005763" y="19596"/>
                  </a:lnTo>
                  <a:lnTo>
                    <a:pt x="1013231" y="30822"/>
                  </a:lnTo>
                  <a:lnTo>
                    <a:pt x="1015961" y="44551"/>
                  </a:lnTo>
                  <a:lnTo>
                    <a:pt x="1015961" y="18783"/>
                  </a:lnTo>
                  <a:lnTo>
                    <a:pt x="1012177" y="13068"/>
                  </a:lnTo>
                  <a:lnTo>
                    <a:pt x="1006563" y="9220"/>
                  </a:lnTo>
                  <a:lnTo>
                    <a:pt x="998232" y="3517"/>
                  </a:lnTo>
                  <a:lnTo>
                    <a:pt x="981176" y="0"/>
                  </a:lnTo>
                  <a:lnTo>
                    <a:pt x="201460" y="0"/>
                  </a:lnTo>
                  <a:lnTo>
                    <a:pt x="184416" y="3517"/>
                  </a:lnTo>
                  <a:lnTo>
                    <a:pt x="170472" y="13068"/>
                  </a:lnTo>
                  <a:lnTo>
                    <a:pt x="161074" y="27228"/>
                  </a:lnTo>
                  <a:lnTo>
                    <a:pt x="157619" y="44551"/>
                  </a:lnTo>
                  <a:lnTo>
                    <a:pt x="157619" y="295973"/>
                  </a:lnTo>
                  <a:lnTo>
                    <a:pt x="48463" y="295973"/>
                  </a:lnTo>
                  <a:lnTo>
                    <a:pt x="3810" y="326059"/>
                  </a:lnTo>
                  <a:lnTo>
                    <a:pt x="0" y="693724"/>
                  </a:lnTo>
                  <a:lnTo>
                    <a:pt x="2975546" y="693724"/>
                  </a:lnTo>
                  <a:lnTo>
                    <a:pt x="2994406" y="689851"/>
                  </a:lnTo>
                  <a:lnTo>
                    <a:pt x="3009811" y="679272"/>
                  </a:lnTo>
                  <a:lnTo>
                    <a:pt x="3020187" y="663600"/>
                  </a:lnTo>
                  <a:lnTo>
                    <a:pt x="3023997" y="644423"/>
                  </a:lnTo>
                  <a:lnTo>
                    <a:pt x="3023997" y="449795"/>
                  </a:lnTo>
                  <a:lnTo>
                    <a:pt x="3023997" y="344970"/>
                  </a:lnTo>
                  <a:lnTo>
                    <a:pt x="3023997" y="340855"/>
                  </a:lnTo>
                  <a:lnTo>
                    <a:pt x="3023997" y="295973"/>
                  </a:lnTo>
                  <a:close/>
                </a:path>
              </a:pathLst>
            </a:custGeom>
            <a:solidFill>
              <a:srgbClr val="0080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789206" y="1019255"/>
              <a:ext cx="1494155" cy="379095"/>
            </a:xfrm>
            <a:custGeom>
              <a:avLst/>
              <a:gdLst/>
              <a:ahLst/>
              <a:cxnLst/>
              <a:rect l="l" t="t" r="r" b="b"/>
              <a:pathLst>
                <a:path w="1494154" h="379094">
                  <a:moveTo>
                    <a:pt x="1493685" y="0"/>
                  </a:moveTo>
                  <a:lnTo>
                    <a:pt x="0" y="0"/>
                  </a:lnTo>
                  <a:lnTo>
                    <a:pt x="0" y="339090"/>
                  </a:lnTo>
                  <a:lnTo>
                    <a:pt x="3094" y="354621"/>
                  </a:lnTo>
                  <a:lnTo>
                    <a:pt x="11526" y="367318"/>
                  </a:lnTo>
                  <a:lnTo>
                    <a:pt x="24019" y="375887"/>
                  </a:lnTo>
                  <a:lnTo>
                    <a:pt x="39293" y="379031"/>
                  </a:lnTo>
                  <a:lnTo>
                    <a:pt x="1454391" y="379031"/>
                  </a:lnTo>
                  <a:lnTo>
                    <a:pt x="1469671" y="375887"/>
                  </a:lnTo>
                  <a:lnTo>
                    <a:pt x="1482163" y="367318"/>
                  </a:lnTo>
                  <a:lnTo>
                    <a:pt x="1490592" y="354621"/>
                  </a:lnTo>
                  <a:lnTo>
                    <a:pt x="1493685" y="339090"/>
                  </a:lnTo>
                  <a:lnTo>
                    <a:pt x="1493685" y="0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26713" y="1098994"/>
              <a:ext cx="1419225" cy="219710"/>
            </a:xfrm>
            <a:custGeom>
              <a:avLst/>
              <a:gdLst/>
              <a:ahLst/>
              <a:cxnLst/>
              <a:rect l="l" t="t" r="r" b="b"/>
              <a:pathLst>
                <a:path w="1419225" h="219709">
                  <a:moveTo>
                    <a:pt x="450265" y="0"/>
                  </a:moveTo>
                  <a:lnTo>
                    <a:pt x="383527" y="0"/>
                  </a:lnTo>
                  <a:lnTo>
                    <a:pt x="318744" y="167233"/>
                  </a:lnTo>
                  <a:lnTo>
                    <a:pt x="264642" y="0"/>
                  </a:lnTo>
                  <a:lnTo>
                    <a:pt x="185280" y="0"/>
                  </a:lnTo>
                  <a:lnTo>
                    <a:pt x="129565" y="167233"/>
                  </a:lnTo>
                  <a:lnTo>
                    <a:pt x="66738" y="0"/>
                  </a:lnTo>
                  <a:lnTo>
                    <a:pt x="0" y="0"/>
                  </a:lnTo>
                  <a:lnTo>
                    <a:pt x="87134" y="219583"/>
                  </a:lnTo>
                  <a:lnTo>
                    <a:pt x="174586" y="219583"/>
                  </a:lnTo>
                  <a:lnTo>
                    <a:pt x="224802" y="61556"/>
                  </a:lnTo>
                  <a:lnTo>
                    <a:pt x="272757" y="219583"/>
                  </a:lnTo>
                  <a:lnTo>
                    <a:pt x="360857" y="219583"/>
                  </a:lnTo>
                  <a:lnTo>
                    <a:pt x="450265" y="0"/>
                  </a:lnTo>
                  <a:close/>
                </a:path>
                <a:path w="1419225" h="219709">
                  <a:moveTo>
                    <a:pt x="764082" y="72402"/>
                  </a:moveTo>
                  <a:lnTo>
                    <a:pt x="763244" y="57035"/>
                  </a:lnTo>
                  <a:lnTo>
                    <a:pt x="763130" y="55130"/>
                  </a:lnTo>
                  <a:lnTo>
                    <a:pt x="763066" y="53987"/>
                  </a:lnTo>
                  <a:lnTo>
                    <a:pt x="745629" y="13830"/>
                  </a:lnTo>
                  <a:lnTo>
                    <a:pt x="703160" y="673"/>
                  </a:lnTo>
                  <a:lnTo>
                    <a:pt x="698004" y="546"/>
                  </a:lnTo>
                  <a:lnTo>
                    <a:pt x="698004" y="70764"/>
                  </a:lnTo>
                  <a:lnTo>
                    <a:pt x="698004" y="84924"/>
                  </a:lnTo>
                  <a:lnTo>
                    <a:pt x="696544" y="98107"/>
                  </a:lnTo>
                  <a:lnTo>
                    <a:pt x="690956" y="105918"/>
                  </a:lnTo>
                  <a:lnTo>
                    <a:pt x="679424" y="109651"/>
                  </a:lnTo>
                  <a:lnTo>
                    <a:pt x="660107" y="110617"/>
                  </a:lnTo>
                  <a:lnTo>
                    <a:pt x="557441" y="110617"/>
                  </a:lnTo>
                  <a:lnTo>
                    <a:pt x="557441" y="53987"/>
                  </a:lnTo>
                  <a:lnTo>
                    <a:pt x="662381" y="53987"/>
                  </a:lnTo>
                  <a:lnTo>
                    <a:pt x="698004" y="70764"/>
                  </a:lnTo>
                  <a:lnTo>
                    <a:pt x="698004" y="546"/>
                  </a:lnTo>
                  <a:lnTo>
                    <a:pt x="678243" y="0"/>
                  </a:lnTo>
                  <a:lnTo>
                    <a:pt x="491998" y="0"/>
                  </a:lnTo>
                  <a:lnTo>
                    <a:pt x="491998" y="219570"/>
                  </a:lnTo>
                  <a:lnTo>
                    <a:pt x="557441" y="219570"/>
                  </a:lnTo>
                  <a:lnTo>
                    <a:pt x="557441" y="164261"/>
                  </a:lnTo>
                  <a:lnTo>
                    <a:pt x="658177" y="164261"/>
                  </a:lnTo>
                  <a:lnTo>
                    <a:pt x="676224" y="165023"/>
                  </a:lnTo>
                  <a:lnTo>
                    <a:pt x="687222" y="169125"/>
                  </a:lnTo>
                  <a:lnTo>
                    <a:pt x="692785" y="177787"/>
                  </a:lnTo>
                  <a:lnTo>
                    <a:pt x="694461" y="192252"/>
                  </a:lnTo>
                  <a:lnTo>
                    <a:pt x="694461" y="219570"/>
                  </a:lnTo>
                  <a:lnTo>
                    <a:pt x="761174" y="219570"/>
                  </a:lnTo>
                  <a:lnTo>
                    <a:pt x="761174" y="185013"/>
                  </a:lnTo>
                  <a:lnTo>
                    <a:pt x="759929" y="165023"/>
                  </a:lnTo>
                  <a:lnTo>
                    <a:pt x="759879" y="164261"/>
                  </a:lnTo>
                  <a:lnTo>
                    <a:pt x="759866" y="163918"/>
                  </a:lnTo>
                  <a:lnTo>
                    <a:pt x="754329" y="149580"/>
                  </a:lnTo>
                  <a:lnTo>
                    <a:pt x="743635" y="140614"/>
                  </a:lnTo>
                  <a:lnTo>
                    <a:pt x="726846" y="135623"/>
                  </a:lnTo>
                  <a:lnTo>
                    <a:pt x="744270" y="128841"/>
                  </a:lnTo>
                  <a:lnTo>
                    <a:pt x="755777" y="116979"/>
                  </a:lnTo>
                  <a:lnTo>
                    <a:pt x="757986" y="110617"/>
                  </a:lnTo>
                  <a:lnTo>
                    <a:pt x="762127" y="98628"/>
                  </a:lnTo>
                  <a:lnTo>
                    <a:pt x="764082" y="72402"/>
                  </a:lnTo>
                  <a:close/>
                </a:path>
                <a:path w="1419225" h="219709">
                  <a:moveTo>
                    <a:pt x="1127480" y="219570"/>
                  </a:moveTo>
                  <a:lnTo>
                    <a:pt x="1106398" y="180403"/>
                  </a:lnTo>
                  <a:lnTo>
                    <a:pt x="1081760" y="134645"/>
                  </a:lnTo>
                  <a:lnTo>
                    <a:pt x="1034605" y="47066"/>
                  </a:lnTo>
                  <a:lnTo>
                    <a:pt x="1011199" y="3619"/>
                  </a:lnTo>
                  <a:lnTo>
                    <a:pt x="1011199" y="134645"/>
                  </a:lnTo>
                  <a:lnTo>
                    <a:pt x="918565" y="134645"/>
                  </a:lnTo>
                  <a:lnTo>
                    <a:pt x="964565" y="47066"/>
                  </a:lnTo>
                  <a:lnTo>
                    <a:pt x="1011199" y="134645"/>
                  </a:lnTo>
                  <a:lnTo>
                    <a:pt x="1011199" y="3619"/>
                  </a:lnTo>
                  <a:lnTo>
                    <a:pt x="1009256" y="0"/>
                  </a:lnTo>
                  <a:lnTo>
                    <a:pt x="921156" y="0"/>
                  </a:lnTo>
                  <a:lnTo>
                    <a:pt x="799668" y="219570"/>
                  </a:lnTo>
                  <a:lnTo>
                    <a:pt x="874179" y="219570"/>
                  </a:lnTo>
                  <a:lnTo>
                    <a:pt x="894905" y="180403"/>
                  </a:lnTo>
                  <a:lnTo>
                    <a:pt x="1034211" y="180403"/>
                  </a:lnTo>
                  <a:lnTo>
                    <a:pt x="1055573" y="219570"/>
                  </a:lnTo>
                  <a:lnTo>
                    <a:pt x="1127480" y="219570"/>
                  </a:lnTo>
                  <a:close/>
                </a:path>
                <a:path w="1419225" h="219709">
                  <a:moveTo>
                    <a:pt x="1418666" y="80645"/>
                  </a:moveTo>
                  <a:lnTo>
                    <a:pt x="1411909" y="32956"/>
                  </a:lnTo>
                  <a:lnTo>
                    <a:pt x="1378673" y="4025"/>
                  </a:lnTo>
                  <a:lnTo>
                    <a:pt x="1353223" y="622"/>
                  </a:lnTo>
                  <a:lnTo>
                    <a:pt x="1353223" y="85572"/>
                  </a:lnTo>
                  <a:lnTo>
                    <a:pt x="1351597" y="98488"/>
                  </a:lnTo>
                  <a:lnTo>
                    <a:pt x="1345984" y="106692"/>
                  </a:lnTo>
                  <a:lnTo>
                    <a:pt x="1335328" y="110998"/>
                  </a:lnTo>
                  <a:lnTo>
                    <a:pt x="1318577" y="112242"/>
                  </a:lnTo>
                  <a:lnTo>
                    <a:pt x="1223010" y="112242"/>
                  </a:lnTo>
                  <a:lnTo>
                    <a:pt x="1223010" y="53365"/>
                  </a:lnTo>
                  <a:lnTo>
                    <a:pt x="1319212" y="53365"/>
                  </a:lnTo>
                  <a:lnTo>
                    <a:pt x="1335874" y="54648"/>
                  </a:lnTo>
                  <a:lnTo>
                    <a:pt x="1346466" y="59575"/>
                  </a:lnTo>
                  <a:lnTo>
                    <a:pt x="1351775" y="69418"/>
                  </a:lnTo>
                  <a:lnTo>
                    <a:pt x="1353223" y="85572"/>
                  </a:lnTo>
                  <a:lnTo>
                    <a:pt x="1353223" y="622"/>
                  </a:lnTo>
                  <a:lnTo>
                    <a:pt x="1348828" y="317"/>
                  </a:lnTo>
                  <a:lnTo>
                    <a:pt x="1322781" y="0"/>
                  </a:lnTo>
                  <a:lnTo>
                    <a:pt x="1157579" y="0"/>
                  </a:lnTo>
                  <a:lnTo>
                    <a:pt x="1157579" y="219570"/>
                  </a:lnTo>
                  <a:lnTo>
                    <a:pt x="1223010" y="219570"/>
                  </a:lnTo>
                  <a:lnTo>
                    <a:pt x="1223010" y="165595"/>
                  </a:lnTo>
                  <a:lnTo>
                    <a:pt x="1328610" y="165595"/>
                  </a:lnTo>
                  <a:lnTo>
                    <a:pt x="1370368" y="163449"/>
                  </a:lnTo>
                  <a:lnTo>
                    <a:pt x="1404874" y="144856"/>
                  </a:lnTo>
                  <a:lnTo>
                    <a:pt x="1416405" y="112242"/>
                  </a:lnTo>
                  <a:lnTo>
                    <a:pt x="1417231" y="108381"/>
                  </a:lnTo>
                  <a:lnTo>
                    <a:pt x="1418666" y="80645"/>
                  </a:lnTo>
                  <a:close/>
                </a:path>
              </a:pathLst>
            </a:custGeom>
            <a:solidFill>
              <a:srgbClr val="1F21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417889" y="1098981"/>
              <a:ext cx="633095" cy="220345"/>
            </a:xfrm>
            <a:custGeom>
              <a:avLst/>
              <a:gdLst/>
              <a:ahLst/>
              <a:cxnLst/>
              <a:rect l="l" t="t" r="r" b="b"/>
              <a:pathLst>
                <a:path w="633094" h="220344">
                  <a:moveTo>
                    <a:pt x="25920" y="0"/>
                  </a:moveTo>
                  <a:lnTo>
                    <a:pt x="0" y="0"/>
                  </a:lnTo>
                  <a:lnTo>
                    <a:pt x="0" y="219583"/>
                  </a:lnTo>
                  <a:lnTo>
                    <a:pt x="25920" y="219583"/>
                  </a:lnTo>
                  <a:lnTo>
                    <a:pt x="25920" y="0"/>
                  </a:lnTo>
                  <a:close/>
                </a:path>
                <a:path w="633094" h="220344">
                  <a:moveTo>
                    <a:pt x="632574" y="482"/>
                  </a:moveTo>
                  <a:lnTo>
                    <a:pt x="387375" y="482"/>
                  </a:lnTo>
                  <a:lnTo>
                    <a:pt x="387375" y="22072"/>
                  </a:lnTo>
                  <a:lnTo>
                    <a:pt x="497192" y="22072"/>
                  </a:lnTo>
                  <a:lnTo>
                    <a:pt x="497192" y="220192"/>
                  </a:lnTo>
                  <a:lnTo>
                    <a:pt x="523100" y="220192"/>
                  </a:lnTo>
                  <a:lnTo>
                    <a:pt x="523100" y="22072"/>
                  </a:lnTo>
                  <a:lnTo>
                    <a:pt x="632574" y="22072"/>
                  </a:lnTo>
                  <a:lnTo>
                    <a:pt x="632574" y="482"/>
                  </a:lnTo>
                  <a:close/>
                </a:path>
              </a:pathLst>
            </a:custGeom>
            <a:solidFill>
              <a:srgbClr val="FDFDF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01886" y="1096686"/>
              <a:ext cx="246494" cy="2241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52383" y="812780"/>
              <a:ext cx="457652" cy="10952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33744" y="812783"/>
              <a:ext cx="132613" cy="10952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835566" y="1450600"/>
              <a:ext cx="1404620" cy="60960"/>
            </a:xfrm>
            <a:custGeom>
              <a:avLst/>
              <a:gdLst/>
              <a:ahLst/>
              <a:cxnLst/>
              <a:rect l="l" t="t" r="r" b="b"/>
              <a:pathLst>
                <a:path w="1404620" h="60959">
                  <a:moveTo>
                    <a:pt x="10642" y="673"/>
                  </a:moveTo>
                  <a:lnTo>
                    <a:pt x="0" y="673"/>
                  </a:lnTo>
                  <a:lnTo>
                    <a:pt x="0" y="60096"/>
                  </a:lnTo>
                  <a:lnTo>
                    <a:pt x="10744" y="60096"/>
                  </a:lnTo>
                  <a:lnTo>
                    <a:pt x="10744" y="17652"/>
                  </a:lnTo>
                  <a:lnTo>
                    <a:pt x="20802" y="17652"/>
                  </a:lnTo>
                  <a:lnTo>
                    <a:pt x="10642" y="673"/>
                  </a:lnTo>
                  <a:close/>
                </a:path>
                <a:path w="1404620" h="60959">
                  <a:moveTo>
                    <a:pt x="65100" y="17652"/>
                  </a:moveTo>
                  <a:lnTo>
                    <a:pt x="54356" y="17652"/>
                  </a:lnTo>
                  <a:lnTo>
                    <a:pt x="54356" y="60096"/>
                  </a:lnTo>
                  <a:lnTo>
                    <a:pt x="65100" y="60096"/>
                  </a:lnTo>
                  <a:lnTo>
                    <a:pt x="65100" y="17652"/>
                  </a:lnTo>
                  <a:close/>
                </a:path>
                <a:path w="1404620" h="60959">
                  <a:moveTo>
                    <a:pt x="20802" y="17652"/>
                  </a:moveTo>
                  <a:lnTo>
                    <a:pt x="10744" y="17652"/>
                  </a:lnTo>
                  <a:lnTo>
                    <a:pt x="29006" y="47688"/>
                  </a:lnTo>
                  <a:lnTo>
                    <a:pt x="36106" y="47688"/>
                  </a:lnTo>
                  <a:lnTo>
                    <a:pt x="42426" y="37287"/>
                  </a:lnTo>
                  <a:lnTo>
                    <a:pt x="32550" y="37287"/>
                  </a:lnTo>
                  <a:lnTo>
                    <a:pt x="20802" y="17652"/>
                  </a:lnTo>
                  <a:close/>
                </a:path>
                <a:path w="1404620" h="60959">
                  <a:moveTo>
                    <a:pt x="65100" y="673"/>
                  </a:moveTo>
                  <a:lnTo>
                    <a:pt x="54457" y="673"/>
                  </a:lnTo>
                  <a:lnTo>
                    <a:pt x="32550" y="37287"/>
                  </a:lnTo>
                  <a:lnTo>
                    <a:pt x="42426" y="37287"/>
                  </a:lnTo>
                  <a:lnTo>
                    <a:pt x="54356" y="17652"/>
                  </a:lnTo>
                  <a:lnTo>
                    <a:pt x="65100" y="17652"/>
                  </a:lnTo>
                  <a:lnTo>
                    <a:pt x="65100" y="673"/>
                  </a:lnTo>
                  <a:close/>
                </a:path>
                <a:path w="1404620" h="60959">
                  <a:moveTo>
                    <a:pt x="164452" y="673"/>
                  </a:moveTo>
                  <a:lnTo>
                    <a:pt x="153708" y="673"/>
                  </a:lnTo>
                  <a:lnTo>
                    <a:pt x="126580" y="60096"/>
                  </a:lnTo>
                  <a:lnTo>
                    <a:pt x="138684" y="60096"/>
                  </a:lnTo>
                  <a:lnTo>
                    <a:pt x="143903" y="47688"/>
                  </a:lnTo>
                  <a:lnTo>
                    <a:pt x="185915" y="47688"/>
                  </a:lnTo>
                  <a:lnTo>
                    <a:pt x="182651" y="40538"/>
                  </a:lnTo>
                  <a:lnTo>
                    <a:pt x="146608" y="40538"/>
                  </a:lnTo>
                  <a:lnTo>
                    <a:pt x="159131" y="11493"/>
                  </a:lnTo>
                  <a:lnTo>
                    <a:pt x="169391" y="11493"/>
                  </a:lnTo>
                  <a:lnTo>
                    <a:pt x="164452" y="673"/>
                  </a:lnTo>
                  <a:close/>
                </a:path>
                <a:path w="1404620" h="60959">
                  <a:moveTo>
                    <a:pt x="185915" y="47688"/>
                  </a:moveTo>
                  <a:lnTo>
                    <a:pt x="174256" y="47688"/>
                  </a:lnTo>
                  <a:lnTo>
                    <a:pt x="179476" y="60096"/>
                  </a:lnTo>
                  <a:lnTo>
                    <a:pt x="191579" y="60096"/>
                  </a:lnTo>
                  <a:lnTo>
                    <a:pt x="185915" y="47688"/>
                  </a:lnTo>
                  <a:close/>
                </a:path>
                <a:path w="1404620" h="60959">
                  <a:moveTo>
                    <a:pt x="169391" y="11493"/>
                  </a:moveTo>
                  <a:lnTo>
                    <a:pt x="159131" y="11493"/>
                  </a:lnTo>
                  <a:lnTo>
                    <a:pt x="171551" y="40538"/>
                  </a:lnTo>
                  <a:lnTo>
                    <a:pt x="182651" y="40538"/>
                  </a:lnTo>
                  <a:lnTo>
                    <a:pt x="169391" y="11493"/>
                  </a:lnTo>
                  <a:close/>
                </a:path>
                <a:path w="1404620" h="60959">
                  <a:moveTo>
                    <a:pt x="260565" y="673"/>
                  </a:moveTo>
                  <a:lnTo>
                    <a:pt x="249504" y="673"/>
                  </a:lnTo>
                  <a:lnTo>
                    <a:pt x="249504" y="60096"/>
                  </a:lnTo>
                  <a:lnTo>
                    <a:pt x="260565" y="60096"/>
                  </a:lnTo>
                  <a:lnTo>
                    <a:pt x="260565" y="41122"/>
                  </a:lnTo>
                  <a:lnTo>
                    <a:pt x="270687" y="30886"/>
                  </a:lnTo>
                  <a:lnTo>
                    <a:pt x="282437" y="30886"/>
                  </a:lnTo>
                  <a:lnTo>
                    <a:pt x="282057" y="30378"/>
                  </a:lnTo>
                  <a:lnTo>
                    <a:pt x="260565" y="30378"/>
                  </a:lnTo>
                  <a:lnTo>
                    <a:pt x="260565" y="673"/>
                  </a:lnTo>
                  <a:close/>
                </a:path>
                <a:path w="1404620" h="60959">
                  <a:moveTo>
                    <a:pt x="282437" y="30886"/>
                  </a:moveTo>
                  <a:lnTo>
                    <a:pt x="270687" y="30886"/>
                  </a:lnTo>
                  <a:lnTo>
                    <a:pt x="291338" y="60096"/>
                  </a:lnTo>
                  <a:lnTo>
                    <a:pt x="304279" y="60096"/>
                  </a:lnTo>
                  <a:lnTo>
                    <a:pt x="282437" y="30886"/>
                  </a:lnTo>
                  <a:close/>
                </a:path>
                <a:path w="1404620" h="60959">
                  <a:moveTo>
                    <a:pt x="302196" y="673"/>
                  </a:moveTo>
                  <a:lnTo>
                    <a:pt x="289153" y="673"/>
                  </a:lnTo>
                  <a:lnTo>
                    <a:pt x="260565" y="30378"/>
                  </a:lnTo>
                  <a:lnTo>
                    <a:pt x="282057" y="30378"/>
                  </a:lnTo>
                  <a:lnTo>
                    <a:pt x="277888" y="24803"/>
                  </a:lnTo>
                  <a:lnTo>
                    <a:pt x="302196" y="673"/>
                  </a:lnTo>
                  <a:close/>
                </a:path>
                <a:path w="1404620" h="60959">
                  <a:moveTo>
                    <a:pt x="410413" y="673"/>
                  </a:moveTo>
                  <a:lnTo>
                    <a:pt x="365747" y="673"/>
                  </a:lnTo>
                  <a:lnTo>
                    <a:pt x="365747" y="60096"/>
                  </a:lnTo>
                  <a:lnTo>
                    <a:pt x="410718" y="60096"/>
                  </a:lnTo>
                  <a:lnTo>
                    <a:pt x="410718" y="52768"/>
                  </a:lnTo>
                  <a:lnTo>
                    <a:pt x="376809" y="52768"/>
                  </a:lnTo>
                  <a:lnTo>
                    <a:pt x="376809" y="33705"/>
                  </a:lnTo>
                  <a:lnTo>
                    <a:pt x="405396" y="33705"/>
                  </a:lnTo>
                  <a:lnTo>
                    <a:pt x="405396" y="26390"/>
                  </a:lnTo>
                  <a:lnTo>
                    <a:pt x="376809" y="26390"/>
                  </a:lnTo>
                  <a:lnTo>
                    <a:pt x="376809" y="7988"/>
                  </a:lnTo>
                  <a:lnTo>
                    <a:pt x="410413" y="7988"/>
                  </a:lnTo>
                  <a:lnTo>
                    <a:pt x="410413" y="673"/>
                  </a:lnTo>
                  <a:close/>
                </a:path>
                <a:path w="1404620" h="60959">
                  <a:moveTo>
                    <a:pt x="538772" y="673"/>
                  </a:moveTo>
                  <a:lnTo>
                    <a:pt x="527608" y="673"/>
                  </a:lnTo>
                  <a:lnTo>
                    <a:pt x="527608" y="60096"/>
                  </a:lnTo>
                  <a:lnTo>
                    <a:pt x="538772" y="60096"/>
                  </a:lnTo>
                  <a:lnTo>
                    <a:pt x="538772" y="673"/>
                  </a:lnTo>
                  <a:close/>
                </a:path>
                <a:path w="1404620" h="60959">
                  <a:moveTo>
                    <a:pt x="633844" y="7988"/>
                  </a:moveTo>
                  <a:lnTo>
                    <a:pt x="622681" y="7988"/>
                  </a:lnTo>
                  <a:lnTo>
                    <a:pt x="622681" y="60096"/>
                  </a:lnTo>
                  <a:lnTo>
                    <a:pt x="633844" y="60096"/>
                  </a:lnTo>
                  <a:lnTo>
                    <a:pt x="633844" y="7988"/>
                  </a:lnTo>
                  <a:close/>
                </a:path>
                <a:path w="1404620" h="60959">
                  <a:moveTo>
                    <a:pt x="654710" y="673"/>
                  </a:moveTo>
                  <a:lnTo>
                    <a:pt x="601814" y="673"/>
                  </a:lnTo>
                  <a:lnTo>
                    <a:pt x="601814" y="7988"/>
                  </a:lnTo>
                  <a:lnTo>
                    <a:pt x="654710" y="7988"/>
                  </a:lnTo>
                  <a:lnTo>
                    <a:pt x="654710" y="673"/>
                  </a:lnTo>
                  <a:close/>
                </a:path>
                <a:path w="1404620" h="60959">
                  <a:moveTo>
                    <a:pt x="792581" y="0"/>
                  </a:moveTo>
                  <a:lnTo>
                    <a:pt x="783399" y="0"/>
                  </a:lnTo>
                  <a:lnTo>
                    <a:pt x="777138" y="2006"/>
                  </a:lnTo>
                  <a:lnTo>
                    <a:pt x="772655" y="6324"/>
                  </a:lnTo>
                  <a:lnTo>
                    <a:pt x="768477" y="10236"/>
                  </a:lnTo>
                  <a:lnTo>
                    <a:pt x="766914" y="15151"/>
                  </a:lnTo>
                  <a:lnTo>
                    <a:pt x="767003" y="45364"/>
                  </a:lnTo>
                  <a:lnTo>
                    <a:pt x="768172" y="49695"/>
                  </a:lnTo>
                  <a:lnTo>
                    <a:pt x="771499" y="53517"/>
                  </a:lnTo>
                  <a:lnTo>
                    <a:pt x="775995" y="58508"/>
                  </a:lnTo>
                  <a:lnTo>
                    <a:pt x="782662" y="60934"/>
                  </a:lnTo>
                  <a:lnTo>
                    <a:pt x="792581" y="60934"/>
                  </a:lnTo>
                  <a:lnTo>
                    <a:pt x="803007" y="59941"/>
                  </a:lnTo>
                  <a:lnTo>
                    <a:pt x="810745" y="56988"/>
                  </a:lnTo>
                  <a:lnTo>
                    <a:pt x="814098" y="53682"/>
                  </a:lnTo>
                  <a:lnTo>
                    <a:pt x="782142" y="53682"/>
                  </a:lnTo>
                  <a:lnTo>
                    <a:pt x="778078" y="48945"/>
                  </a:lnTo>
                  <a:lnTo>
                    <a:pt x="778078" y="12077"/>
                  </a:lnTo>
                  <a:lnTo>
                    <a:pt x="782142" y="7238"/>
                  </a:lnTo>
                  <a:lnTo>
                    <a:pt x="813246" y="7238"/>
                  </a:lnTo>
                  <a:lnTo>
                    <a:pt x="810174" y="4038"/>
                  </a:lnTo>
                  <a:lnTo>
                    <a:pt x="802701" y="1020"/>
                  </a:lnTo>
                  <a:lnTo>
                    <a:pt x="792581" y="0"/>
                  </a:lnTo>
                  <a:close/>
                </a:path>
                <a:path w="1404620" h="60959">
                  <a:moveTo>
                    <a:pt x="807288" y="44449"/>
                  </a:moveTo>
                  <a:lnTo>
                    <a:pt x="806246" y="50520"/>
                  </a:lnTo>
                  <a:lnTo>
                    <a:pt x="801344" y="53682"/>
                  </a:lnTo>
                  <a:lnTo>
                    <a:pt x="814098" y="53682"/>
                  </a:lnTo>
                  <a:lnTo>
                    <a:pt x="815688" y="52115"/>
                  </a:lnTo>
                  <a:lnTo>
                    <a:pt x="817727" y="45364"/>
                  </a:lnTo>
                  <a:lnTo>
                    <a:pt x="807288" y="44449"/>
                  </a:lnTo>
                  <a:close/>
                </a:path>
                <a:path w="1404620" h="60959">
                  <a:moveTo>
                    <a:pt x="813246" y="7238"/>
                  </a:moveTo>
                  <a:lnTo>
                    <a:pt x="800925" y="7238"/>
                  </a:lnTo>
                  <a:lnTo>
                    <a:pt x="805624" y="10401"/>
                  </a:lnTo>
                  <a:lnTo>
                    <a:pt x="806358" y="15151"/>
                  </a:lnTo>
                  <a:lnTo>
                    <a:pt x="806460" y="15811"/>
                  </a:lnTo>
                  <a:lnTo>
                    <a:pt x="806564" y="16484"/>
                  </a:lnTo>
                  <a:lnTo>
                    <a:pt x="816889" y="15811"/>
                  </a:lnTo>
                  <a:lnTo>
                    <a:pt x="814927" y="8990"/>
                  </a:lnTo>
                  <a:lnTo>
                    <a:pt x="813246" y="7238"/>
                  </a:lnTo>
                  <a:close/>
                </a:path>
                <a:path w="1404620" h="60959">
                  <a:moveTo>
                    <a:pt x="894016" y="673"/>
                  </a:moveTo>
                  <a:lnTo>
                    <a:pt x="882853" y="673"/>
                  </a:lnTo>
                  <a:lnTo>
                    <a:pt x="882853" y="60096"/>
                  </a:lnTo>
                  <a:lnTo>
                    <a:pt x="894016" y="60096"/>
                  </a:lnTo>
                  <a:lnTo>
                    <a:pt x="894016" y="33705"/>
                  </a:lnTo>
                  <a:lnTo>
                    <a:pt x="933767" y="33705"/>
                  </a:lnTo>
                  <a:lnTo>
                    <a:pt x="933767" y="26390"/>
                  </a:lnTo>
                  <a:lnTo>
                    <a:pt x="894016" y="26390"/>
                  </a:lnTo>
                  <a:lnTo>
                    <a:pt x="894016" y="673"/>
                  </a:lnTo>
                  <a:close/>
                </a:path>
                <a:path w="1404620" h="60959">
                  <a:moveTo>
                    <a:pt x="933767" y="33705"/>
                  </a:moveTo>
                  <a:lnTo>
                    <a:pt x="922604" y="33705"/>
                  </a:lnTo>
                  <a:lnTo>
                    <a:pt x="922604" y="60096"/>
                  </a:lnTo>
                  <a:lnTo>
                    <a:pt x="933767" y="60096"/>
                  </a:lnTo>
                  <a:lnTo>
                    <a:pt x="933767" y="33705"/>
                  </a:lnTo>
                  <a:close/>
                </a:path>
                <a:path w="1404620" h="60959">
                  <a:moveTo>
                    <a:pt x="933767" y="673"/>
                  </a:moveTo>
                  <a:lnTo>
                    <a:pt x="922604" y="673"/>
                  </a:lnTo>
                  <a:lnTo>
                    <a:pt x="922604" y="26390"/>
                  </a:lnTo>
                  <a:lnTo>
                    <a:pt x="933767" y="26390"/>
                  </a:lnTo>
                  <a:lnTo>
                    <a:pt x="933767" y="673"/>
                  </a:lnTo>
                  <a:close/>
                </a:path>
                <a:path w="1404620" h="60959">
                  <a:moveTo>
                    <a:pt x="1033106" y="673"/>
                  </a:moveTo>
                  <a:lnTo>
                    <a:pt x="1022362" y="673"/>
                  </a:lnTo>
                  <a:lnTo>
                    <a:pt x="995235" y="60096"/>
                  </a:lnTo>
                  <a:lnTo>
                    <a:pt x="1007338" y="60096"/>
                  </a:lnTo>
                  <a:lnTo>
                    <a:pt x="1012558" y="47688"/>
                  </a:lnTo>
                  <a:lnTo>
                    <a:pt x="1054569" y="47688"/>
                  </a:lnTo>
                  <a:lnTo>
                    <a:pt x="1051305" y="40538"/>
                  </a:lnTo>
                  <a:lnTo>
                    <a:pt x="1015276" y="40538"/>
                  </a:lnTo>
                  <a:lnTo>
                    <a:pt x="1027785" y="11493"/>
                  </a:lnTo>
                  <a:lnTo>
                    <a:pt x="1038046" y="11493"/>
                  </a:lnTo>
                  <a:lnTo>
                    <a:pt x="1033106" y="673"/>
                  </a:lnTo>
                  <a:close/>
                </a:path>
                <a:path w="1404620" h="60959">
                  <a:moveTo>
                    <a:pt x="1054569" y="47688"/>
                  </a:moveTo>
                  <a:lnTo>
                    <a:pt x="1042924" y="47688"/>
                  </a:lnTo>
                  <a:lnTo>
                    <a:pt x="1048131" y="60096"/>
                  </a:lnTo>
                  <a:lnTo>
                    <a:pt x="1060234" y="60096"/>
                  </a:lnTo>
                  <a:lnTo>
                    <a:pt x="1054569" y="47688"/>
                  </a:lnTo>
                  <a:close/>
                </a:path>
                <a:path w="1404620" h="60959">
                  <a:moveTo>
                    <a:pt x="1038046" y="11493"/>
                  </a:moveTo>
                  <a:lnTo>
                    <a:pt x="1027785" y="11493"/>
                  </a:lnTo>
                  <a:lnTo>
                    <a:pt x="1040206" y="40538"/>
                  </a:lnTo>
                  <a:lnTo>
                    <a:pt x="1051305" y="40538"/>
                  </a:lnTo>
                  <a:lnTo>
                    <a:pt x="1038046" y="11493"/>
                  </a:lnTo>
                  <a:close/>
                </a:path>
                <a:path w="1404620" h="60959">
                  <a:moveTo>
                    <a:pt x="1128915" y="673"/>
                  </a:moveTo>
                  <a:lnTo>
                    <a:pt x="1118057" y="673"/>
                  </a:lnTo>
                  <a:lnTo>
                    <a:pt x="1118057" y="60096"/>
                  </a:lnTo>
                  <a:lnTo>
                    <a:pt x="1128915" y="60096"/>
                  </a:lnTo>
                  <a:lnTo>
                    <a:pt x="1128915" y="15646"/>
                  </a:lnTo>
                  <a:lnTo>
                    <a:pt x="1140093" y="15646"/>
                  </a:lnTo>
                  <a:lnTo>
                    <a:pt x="1128915" y="673"/>
                  </a:lnTo>
                  <a:close/>
                </a:path>
                <a:path w="1404620" h="60959">
                  <a:moveTo>
                    <a:pt x="1140093" y="15646"/>
                  </a:moveTo>
                  <a:lnTo>
                    <a:pt x="1128915" y="15646"/>
                  </a:lnTo>
                  <a:lnTo>
                    <a:pt x="1162088" y="60096"/>
                  </a:lnTo>
                  <a:lnTo>
                    <a:pt x="1172946" y="60096"/>
                  </a:lnTo>
                  <a:lnTo>
                    <a:pt x="1172946" y="45110"/>
                  </a:lnTo>
                  <a:lnTo>
                    <a:pt x="1162088" y="45110"/>
                  </a:lnTo>
                  <a:lnTo>
                    <a:pt x="1140093" y="15646"/>
                  </a:lnTo>
                  <a:close/>
                </a:path>
                <a:path w="1404620" h="60959">
                  <a:moveTo>
                    <a:pt x="1172946" y="673"/>
                  </a:moveTo>
                  <a:lnTo>
                    <a:pt x="1162088" y="673"/>
                  </a:lnTo>
                  <a:lnTo>
                    <a:pt x="1162088" y="45110"/>
                  </a:lnTo>
                  <a:lnTo>
                    <a:pt x="1172946" y="45110"/>
                  </a:lnTo>
                  <a:lnTo>
                    <a:pt x="1172946" y="673"/>
                  </a:lnTo>
                  <a:close/>
                </a:path>
                <a:path w="1404620" h="60959">
                  <a:moveTo>
                    <a:pt x="1266024" y="0"/>
                  </a:moveTo>
                  <a:lnTo>
                    <a:pt x="1256639" y="0"/>
                  </a:lnTo>
                  <a:lnTo>
                    <a:pt x="1250276" y="2006"/>
                  </a:lnTo>
                  <a:lnTo>
                    <a:pt x="1241298" y="10236"/>
                  </a:lnTo>
                  <a:lnTo>
                    <a:pt x="1239735" y="15062"/>
                  </a:lnTo>
                  <a:lnTo>
                    <a:pt x="1239735" y="45110"/>
                  </a:lnTo>
                  <a:lnTo>
                    <a:pt x="1240993" y="49695"/>
                  </a:lnTo>
                  <a:lnTo>
                    <a:pt x="1244536" y="53517"/>
                  </a:lnTo>
                  <a:lnTo>
                    <a:pt x="1249121" y="58597"/>
                  </a:lnTo>
                  <a:lnTo>
                    <a:pt x="1256017" y="60934"/>
                  </a:lnTo>
                  <a:lnTo>
                    <a:pt x="1276362" y="60934"/>
                  </a:lnTo>
                  <a:lnTo>
                    <a:pt x="1283144" y="58762"/>
                  </a:lnTo>
                  <a:lnTo>
                    <a:pt x="1288426" y="53682"/>
                  </a:lnTo>
                  <a:lnTo>
                    <a:pt x="1255179" y="53682"/>
                  </a:lnTo>
                  <a:lnTo>
                    <a:pt x="1250899" y="48945"/>
                  </a:lnTo>
                  <a:lnTo>
                    <a:pt x="1250899" y="12077"/>
                  </a:lnTo>
                  <a:lnTo>
                    <a:pt x="1255179" y="7238"/>
                  </a:lnTo>
                  <a:lnTo>
                    <a:pt x="1287186" y="7238"/>
                  </a:lnTo>
                  <a:lnTo>
                    <a:pt x="1284049" y="4049"/>
                  </a:lnTo>
                  <a:lnTo>
                    <a:pt x="1276376" y="1021"/>
                  </a:lnTo>
                  <a:lnTo>
                    <a:pt x="1266024" y="0"/>
                  </a:lnTo>
                  <a:close/>
                </a:path>
                <a:path w="1404620" h="60959">
                  <a:moveTo>
                    <a:pt x="1293253" y="28219"/>
                  </a:moveTo>
                  <a:lnTo>
                    <a:pt x="1268222" y="28219"/>
                  </a:lnTo>
                  <a:lnTo>
                    <a:pt x="1268222" y="35128"/>
                  </a:lnTo>
                  <a:lnTo>
                    <a:pt x="1282204" y="35128"/>
                  </a:lnTo>
                  <a:lnTo>
                    <a:pt x="1282204" y="49110"/>
                  </a:lnTo>
                  <a:lnTo>
                    <a:pt x="1277086" y="53682"/>
                  </a:lnTo>
                  <a:lnTo>
                    <a:pt x="1288426" y="53682"/>
                  </a:lnTo>
                  <a:lnTo>
                    <a:pt x="1291793" y="50444"/>
                  </a:lnTo>
                  <a:lnTo>
                    <a:pt x="1293253" y="46024"/>
                  </a:lnTo>
                  <a:lnTo>
                    <a:pt x="1293253" y="28219"/>
                  </a:lnTo>
                  <a:close/>
                </a:path>
                <a:path w="1404620" h="60959">
                  <a:moveTo>
                    <a:pt x="1287186" y="7238"/>
                  </a:moveTo>
                  <a:lnTo>
                    <a:pt x="1274686" y="7238"/>
                  </a:lnTo>
                  <a:lnTo>
                    <a:pt x="1279588" y="10401"/>
                  </a:lnTo>
                  <a:lnTo>
                    <a:pt x="1280529" y="15900"/>
                  </a:lnTo>
                  <a:lnTo>
                    <a:pt x="1280629" y="16484"/>
                  </a:lnTo>
                  <a:lnTo>
                    <a:pt x="1290967" y="15900"/>
                  </a:lnTo>
                  <a:lnTo>
                    <a:pt x="1288945" y="9027"/>
                  </a:lnTo>
                  <a:lnTo>
                    <a:pt x="1287186" y="7238"/>
                  </a:lnTo>
                  <a:close/>
                </a:path>
                <a:path w="1404620" h="60959">
                  <a:moveTo>
                    <a:pt x="1403870" y="673"/>
                  </a:moveTo>
                  <a:lnTo>
                    <a:pt x="1359217" y="673"/>
                  </a:lnTo>
                  <a:lnTo>
                    <a:pt x="1359217" y="60096"/>
                  </a:lnTo>
                  <a:lnTo>
                    <a:pt x="1404188" y="60096"/>
                  </a:lnTo>
                  <a:lnTo>
                    <a:pt x="1404188" y="52768"/>
                  </a:lnTo>
                  <a:lnTo>
                    <a:pt x="1370279" y="52768"/>
                  </a:lnTo>
                  <a:lnTo>
                    <a:pt x="1370279" y="33705"/>
                  </a:lnTo>
                  <a:lnTo>
                    <a:pt x="1398866" y="33705"/>
                  </a:lnTo>
                  <a:lnTo>
                    <a:pt x="1398866" y="26390"/>
                  </a:lnTo>
                  <a:lnTo>
                    <a:pt x="1370279" y="26390"/>
                  </a:lnTo>
                  <a:lnTo>
                    <a:pt x="1370279" y="7988"/>
                  </a:lnTo>
                  <a:lnTo>
                    <a:pt x="1403870" y="7988"/>
                  </a:lnTo>
                  <a:lnTo>
                    <a:pt x="1403870" y="673"/>
                  </a:lnTo>
                  <a:close/>
                </a:path>
              </a:pathLst>
            </a:custGeom>
            <a:solidFill>
              <a:srgbClr val="1F21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767338" y="9073667"/>
            <a:ext cx="2321560" cy="225062"/>
          </a:xfrm>
          <a:prstGeom prst="rect">
            <a:avLst/>
          </a:prstGeom>
          <a:solidFill>
            <a:srgbClr val="0080C7"/>
          </a:solidFill>
        </p:spPr>
        <p:txBody>
          <a:bodyPr vert="horz" wrap="square" lIns="0" tIns="24765" rIns="0" bIns="0" rtlCol="0">
            <a:spAutoFit/>
          </a:bodyPr>
          <a:lstStyle/>
          <a:p>
            <a:pPr marL="605155">
              <a:lnSpc>
                <a:spcPct val="100000"/>
              </a:lnSpc>
              <a:spcBef>
                <a:spcPts val="195"/>
              </a:spcBef>
            </a:pPr>
            <a:r>
              <a:rPr lang="pl-PL" sz="1300" dirty="0">
                <a:solidFill>
                  <a:schemeClr val="bg1"/>
                </a:solidFill>
                <a:latin typeface="URW DIN" panose="00000500000000000000" pitchFamily="50" charset="-18"/>
              </a:rPr>
              <a:t>{{NR_OFERTY}}</a:t>
            </a:r>
            <a:endParaRPr sz="1300" dirty="0">
              <a:latin typeface="URW DIN"/>
              <a:cs typeface="URW DIN"/>
            </a:endParaRPr>
          </a:p>
        </p:txBody>
      </p:sp>
      <p:sp>
        <p:nvSpPr>
          <p:cNvPr id="24" name="object 5">
            <a:extLst>
              <a:ext uri="{FF2B5EF4-FFF2-40B4-BE49-F238E27FC236}">
                <a16:creationId xmlns:a16="http://schemas.microsoft.com/office/drawing/2014/main" id="{D1195E5A-91F4-6F35-4641-34248B1CA61B}"/>
              </a:ext>
            </a:extLst>
          </p:cNvPr>
          <p:cNvSpPr txBox="1"/>
          <p:nvPr/>
        </p:nvSpPr>
        <p:spPr>
          <a:xfrm>
            <a:off x="1981593" y="8212632"/>
            <a:ext cx="5107305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r">
              <a:lnSpc>
                <a:spcPct val="100000"/>
              </a:lnSpc>
              <a:spcBef>
                <a:spcPts val="100"/>
              </a:spcBef>
            </a:pPr>
            <a:r>
              <a:rPr lang="pl-PL" sz="2000" dirty="0">
                <a:solidFill>
                  <a:schemeClr val="bg1"/>
                </a:solidFill>
                <a:latin typeface="URW DIN" panose="00000500000000000000" pitchFamily="50" charset="-18"/>
              </a:rPr>
              <a:t>{{USLUGA_NAZWA}}</a:t>
            </a:r>
            <a:endParaRPr lang="fr-FR" sz="2000" dirty="0">
              <a:solidFill>
                <a:schemeClr val="bg1"/>
              </a:solidFill>
              <a:latin typeface="URW DIN" panose="00000500000000000000" pitchFamily="50" charset="-18"/>
              <a:cs typeface="URW DIN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17</Words>
  <Application>Microsoft Office PowerPoint</Application>
  <PresentationFormat>Niestandardowy</PresentationFormat>
  <Paragraphs>4</Paragraphs>
  <Slides>1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</vt:i4>
      </vt:variant>
    </vt:vector>
  </HeadingPairs>
  <TitlesOfParts>
    <vt:vector size="5" baseType="lpstr">
      <vt:lpstr>Calibri</vt:lpstr>
      <vt:lpstr>URW DIN</vt:lpstr>
      <vt:lpstr>URW DIN Black</vt:lpstr>
      <vt:lpstr>Office Theme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20250416_ItsWRAP_Oferta_MercedesGTv1_WybranyZakresOfertyV5</dc:title>
  <dc:creator>Adam</dc:creator>
  <cp:lastModifiedBy>Zarząd</cp:lastModifiedBy>
  <cp:revision>5</cp:revision>
  <cp:lastPrinted>2025-12-09T13:28:55Z</cp:lastPrinted>
  <dcterms:created xsi:type="dcterms:W3CDTF">2025-07-09T13:14:50Z</dcterms:created>
  <dcterms:modified xsi:type="dcterms:W3CDTF">2026-03-06T14:12:55Z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2025-05-13T00:00:00Z</vt:filetime>
  </property>
  <property fmtid="{D5CDD505-2E9C-101B-9397-08002B2CF9AE}" pid="3" name="Creator">
    <vt:lpwstr>Adobe Illustrator 29.5 (Windows)</vt:lpwstr>
  </property>
  <property fmtid="{D5CDD505-2E9C-101B-9397-08002B2CF9AE}" pid="4" name="LastSaved">
    <vt:filetime>2025-07-09T00:00:00Z</vt:filetime>
  </property>
  <property fmtid="{D5CDD505-2E9C-101B-9397-08002B2CF9AE}" pid="5" name="Producer">
    <vt:lpwstr>Adobe PDF library 17.00</vt:lpwstr>
  </property>
</Properties>
</file>