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7D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318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1017"/>
            <a:ext cx="6423025" cy="2242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1192"/>
            <a:ext cx="5289550" cy="2670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228"/>
            <a:ext cx="6800850" cy="1708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6561"/>
            <a:ext cx="6800850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33051"/>
            <a:ext cx="2418080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95506" y="9768205"/>
            <a:ext cx="1580515" cy="337185"/>
            <a:chOff x="5495506" y="9768205"/>
            <a:chExt cx="1580515" cy="337185"/>
          </a:xfrm>
        </p:grpSpPr>
        <p:sp>
          <p:nvSpPr>
            <p:cNvPr id="3" name="object 3"/>
            <p:cNvSpPr/>
            <p:nvPr/>
          </p:nvSpPr>
          <p:spPr>
            <a:xfrm>
              <a:off x="6582981" y="9768205"/>
              <a:ext cx="492759" cy="79375"/>
            </a:xfrm>
            <a:custGeom>
              <a:avLst/>
              <a:gdLst/>
              <a:ahLst/>
              <a:cxnLst/>
              <a:rect l="l" t="t" r="r" b="b"/>
              <a:pathLst>
                <a:path w="492759" h="79375">
                  <a:moveTo>
                    <a:pt x="11493" y="1079"/>
                  </a:moveTo>
                  <a:lnTo>
                    <a:pt x="0" y="1079"/>
                  </a:lnTo>
                  <a:lnTo>
                    <a:pt x="0" y="77825"/>
                  </a:lnTo>
                  <a:lnTo>
                    <a:pt x="11493" y="77825"/>
                  </a:lnTo>
                  <a:lnTo>
                    <a:pt x="11493" y="1079"/>
                  </a:lnTo>
                  <a:close/>
                </a:path>
                <a:path w="492759" h="79375">
                  <a:moveTo>
                    <a:pt x="59334" y="10553"/>
                  </a:moveTo>
                  <a:lnTo>
                    <a:pt x="47815" y="10553"/>
                  </a:lnTo>
                  <a:lnTo>
                    <a:pt x="47815" y="77825"/>
                  </a:lnTo>
                  <a:lnTo>
                    <a:pt x="59334" y="77825"/>
                  </a:lnTo>
                  <a:lnTo>
                    <a:pt x="59334" y="10553"/>
                  </a:lnTo>
                  <a:close/>
                </a:path>
                <a:path w="492759" h="79375">
                  <a:moveTo>
                    <a:pt x="80810" y="1079"/>
                  </a:moveTo>
                  <a:lnTo>
                    <a:pt x="26339" y="1079"/>
                  </a:lnTo>
                  <a:lnTo>
                    <a:pt x="26339" y="10553"/>
                  </a:lnTo>
                  <a:lnTo>
                    <a:pt x="80810" y="10553"/>
                  </a:lnTo>
                  <a:lnTo>
                    <a:pt x="80810" y="1079"/>
                  </a:lnTo>
                  <a:close/>
                </a:path>
                <a:path w="492759" h="79375">
                  <a:moveTo>
                    <a:pt x="106299" y="1079"/>
                  </a:moveTo>
                  <a:lnTo>
                    <a:pt x="94780" y="1079"/>
                  </a:lnTo>
                  <a:lnTo>
                    <a:pt x="91033" y="27647"/>
                  </a:lnTo>
                  <a:lnTo>
                    <a:pt x="100266" y="27647"/>
                  </a:lnTo>
                  <a:lnTo>
                    <a:pt x="106299" y="1079"/>
                  </a:lnTo>
                  <a:close/>
                </a:path>
                <a:path w="492759" h="79375">
                  <a:moveTo>
                    <a:pt x="121869" y="61277"/>
                  </a:moveTo>
                  <a:lnTo>
                    <a:pt x="113068" y="66852"/>
                  </a:lnTo>
                  <a:lnTo>
                    <a:pt x="117518" y="72141"/>
                  </a:lnTo>
                  <a:lnTo>
                    <a:pt x="123486" y="75901"/>
                  </a:lnTo>
                  <a:lnTo>
                    <a:pt x="130986" y="78147"/>
                  </a:lnTo>
                  <a:lnTo>
                    <a:pt x="140030" y="78892"/>
                  </a:lnTo>
                  <a:lnTo>
                    <a:pt x="151688" y="77458"/>
                  </a:lnTo>
                  <a:lnTo>
                    <a:pt x="160139" y="73232"/>
                  </a:lnTo>
                  <a:lnTo>
                    <a:pt x="162961" y="69443"/>
                  </a:lnTo>
                  <a:lnTo>
                    <a:pt x="131343" y="69443"/>
                  </a:lnTo>
                  <a:lnTo>
                    <a:pt x="125222" y="66636"/>
                  </a:lnTo>
                  <a:lnTo>
                    <a:pt x="121869" y="61277"/>
                  </a:lnTo>
                  <a:close/>
                </a:path>
                <a:path w="492759" h="79375">
                  <a:moveTo>
                    <a:pt x="140487" y="0"/>
                  </a:moveTo>
                  <a:lnTo>
                    <a:pt x="130185" y="1436"/>
                  </a:lnTo>
                  <a:lnTo>
                    <a:pt x="122515" y="5613"/>
                  </a:lnTo>
                  <a:lnTo>
                    <a:pt x="117729" y="12333"/>
                  </a:lnTo>
                  <a:lnTo>
                    <a:pt x="116077" y="21399"/>
                  </a:lnTo>
                  <a:lnTo>
                    <a:pt x="117283" y="29458"/>
                  </a:lnTo>
                  <a:lnTo>
                    <a:pt x="121118" y="35639"/>
                  </a:lnTo>
                  <a:lnTo>
                    <a:pt x="128089" y="40411"/>
                  </a:lnTo>
                  <a:lnTo>
                    <a:pt x="128262" y="40411"/>
                  </a:lnTo>
                  <a:lnTo>
                    <a:pt x="137998" y="43764"/>
                  </a:lnTo>
                  <a:lnTo>
                    <a:pt x="149174" y="46443"/>
                  </a:lnTo>
                  <a:lnTo>
                    <a:pt x="151752" y="48272"/>
                  </a:lnTo>
                  <a:lnTo>
                    <a:pt x="154444" y="50101"/>
                  </a:lnTo>
                  <a:lnTo>
                    <a:pt x="155968" y="53327"/>
                  </a:lnTo>
                  <a:lnTo>
                    <a:pt x="155968" y="65138"/>
                  </a:lnTo>
                  <a:lnTo>
                    <a:pt x="150355" y="69443"/>
                  </a:lnTo>
                  <a:lnTo>
                    <a:pt x="162961" y="69443"/>
                  </a:lnTo>
                  <a:lnTo>
                    <a:pt x="165281" y="66328"/>
                  </a:lnTo>
                  <a:lnTo>
                    <a:pt x="167017" y="56857"/>
                  </a:lnTo>
                  <a:lnTo>
                    <a:pt x="167017" y="49123"/>
                  </a:lnTo>
                  <a:lnTo>
                    <a:pt x="143687" y="34620"/>
                  </a:lnTo>
                  <a:lnTo>
                    <a:pt x="131229" y="31508"/>
                  </a:lnTo>
                  <a:lnTo>
                    <a:pt x="127139" y="28067"/>
                  </a:lnTo>
                  <a:lnTo>
                    <a:pt x="127139" y="13652"/>
                  </a:lnTo>
                  <a:lnTo>
                    <a:pt x="131991" y="9359"/>
                  </a:lnTo>
                  <a:lnTo>
                    <a:pt x="162702" y="9359"/>
                  </a:lnTo>
                  <a:lnTo>
                    <a:pt x="159877" y="6032"/>
                  </a:lnTo>
                  <a:lnTo>
                    <a:pt x="154630" y="2701"/>
                  </a:lnTo>
                  <a:lnTo>
                    <a:pt x="148138" y="680"/>
                  </a:lnTo>
                  <a:lnTo>
                    <a:pt x="140487" y="0"/>
                  </a:lnTo>
                  <a:close/>
                </a:path>
                <a:path w="492759" h="79375">
                  <a:moveTo>
                    <a:pt x="162702" y="9359"/>
                  </a:moveTo>
                  <a:lnTo>
                    <a:pt x="146913" y="9359"/>
                  </a:lnTo>
                  <a:lnTo>
                    <a:pt x="151968" y="11620"/>
                  </a:lnTo>
                  <a:lnTo>
                    <a:pt x="155206" y="16243"/>
                  </a:lnTo>
                  <a:lnTo>
                    <a:pt x="163791" y="10642"/>
                  </a:lnTo>
                  <a:lnTo>
                    <a:pt x="162702" y="9359"/>
                  </a:lnTo>
                  <a:close/>
                </a:path>
                <a:path w="492759" h="79375">
                  <a:moveTo>
                    <a:pt x="207149" y="1079"/>
                  </a:moveTo>
                  <a:lnTo>
                    <a:pt x="195630" y="1079"/>
                  </a:lnTo>
                  <a:lnTo>
                    <a:pt x="215099" y="77825"/>
                  </a:lnTo>
                  <a:lnTo>
                    <a:pt x="225082" y="77825"/>
                  </a:lnTo>
                  <a:lnTo>
                    <a:pt x="229646" y="61366"/>
                  </a:lnTo>
                  <a:lnTo>
                    <a:pt x="220675" y="61366"/>
                  </a:lnTo>
                  <a:lnTo>
                    <a:pt x="207149" y="1079"/>
                  </a:lnTo>
                  <a:close/>
                </a:path>
                <a:path w="492759" h="79375">
                  <a:moveTo>
                    <a:pt x="250417" y="20116"/>
                  </a:moveTo>
                  <a:lnTo>
                    <a:pt x="241084" y="20116"/>
                  </a:lnTo>
                  <a:lnTo>
                    <a:pt x="257009" y="77825"/>
                  </a:lnTo>
                  <a:lnTo>
                    <a:pt x="267106" y="77825"/>
                  </a:lnTo>
                  <a:lnTo>
                    <a:pt x="271281" y="61366"/>
                  </a:lnTo>
                  <a:lnTo>
                    <a:pt x="261531" y="61366"/>
                  </a:lnTo>
                  <a:lnTo>
                    <a:pt x="250417" y="20116"/>
                  </a:lnTo>
                  <a:close/>
                </a:path>
                <a:path w="492759" h="79375">
                  <a:moveTo>
                    <a:pt x="245287" y="1079"/>
                  </a:moveTo>
                  <a:lnTo>
                    <a:pt x="236791" y="1079"/>
                  </a:lnTo>
                  <a:lnTo>
                    <a:pt x="220675" y="61366"/>
                  </a:lnTo>
                  <a:lnTo>
                    <a:pt x="229646" y="61366"/>
                  </a:lnTo>
                  <a:lnTo>
                    <a:pt x="241084" y="20116"/>
                  </a:lnTo>
                  <a:lnTo>
                    <a:pt x="250417" y="20116"/>
                  </a:lnTo>
                  <a:lnTo>
                    <a:pt x="245287" y="1079"/>
                  </a:lnTo>
                  <a:close/>
                </a:path>
                <a:path w="492759" h="79375">
                  <a:moveTo>
                    <a:pt x="286575" y="1079"/>
                  </a:moveTo>
                  <a:lnTo>
                    <a:pt x="274954" y="1079"/>
                  </a:lnTo>
                  <a:lnTo>
                    <a:pt x="261531" y="61366"/>
                  </a:lnTo>
                  <a:lnTo>
                    <a:pt x="271281" y="61366"/>
                  </a:lnTo>
                  <a:lnTo>
                    <a:pt x="286575" y="1079"/>
                  </a:lnTo>
                  <a:close/>
                </a:path>
                <a:path w="492759" h="79375">
                  <a:moveTo>
                    <a:pt x="338251" y="1079"/>
                  </a:moveTo>
                  <a:lnTo>
                    <a:pt x="301472" y="1079"/>
                  </a:lnTo>
                  <a:lnTo>
                    <a:pt x="301472" y="77825"/>
                  </a:lnTo>
                  <a:lnTo>
                    <a:pt x="312991" y="77825"/>
                  </a:lnTo>
                  <a:lnTo>
                    <a:pt x="312991" y="45593"/>
                  </a:lnTo>
                  <a:lnTo>
                    <a:pt x="338464" y="45593"/>
                  </a:lnTo>
                  <a:lnTo>
                    <a:pt x="337908" y="44488"/>
                  </a:lnTo>
                  <a:lnTo>
                    <a:pt x="344727" y="41907"/>
                  </a:lnTo>
                  <a:lnTo>
                    <a:pt x="349450" y="37568"/>
                  </a:lnTo>
                  <a:lnTo>
                    <a:pt x="349939" y="36449"/>
                  </a:lnTo>
                  <a:lnTo>
                    <a:pt x="312775" y="36449"/>
                  </a:lnTo>
                  <a:lnTo>
                    <a:pt x="312775" y="10426"/>
                  </a:lnTo>
                  <a:lnTo>
                    <a:pt x="351345" y="10426"/>
                  </a:lnTo>
                  <a:lnTo>
                    <a:pt x="343611" y="2692"/>
                  </a:lnTo>
                  <a:lnTo>
                    <a:pt x="338251" y="1079"/>
                  </a:lnTo>
                  <a:close/>
                </a:path>
                <a:path w="492759" h="79375">
                  <a:moveTo>
                    <a:pt x="338464" y="45593"/>
                  </a:moveTo>
                  <a:lnTo>
                    <a:pt x="326631" y="45593"/>
                  </a:lnTo>
                  <a:lnTo>
                    <a:pt x="341998" y="77825"/>
                  </a:lnTo>
                  <a:lnTo>
                    <a:pt x="354672" y="77825"/>
                  </a:lnTo>
                  <a:lnTo>
                    <a:pt x="338464" y="45593"/>
                  </a:lnTo>
                  <a:close/>
                </a:path>
                <a:path w="492759" h="79375">
                  <a:moveTo>
                    <a:pt x="351345" y="10426"/>
                  </a:moveTo>
                  <a:lnTo>
                    <a:pt x="337459" y="10426"/>
                  </a:lnTo>
                  <a:lnTo>
                    <a:pt x="341680" y="14287"/>
                  </a:lnTo>
                  <a:lnTo>
                    <a:pt x="341680" y="32359"/>
                  </a:lnTo>
                  <a:lnTo>
                    <a:pt x="337604" y="36449"/>
                  </a:lnTo>
                  <a:lnTo>
                    <a:pt x="349939" y="36449"/>
                  </a:lnTo>
                  <a:lnTo>
                    <a:pt x="352196" y="31288"/>
                  </a:lnTo>
                  <a:lnTo>
                    <a:pt x="353085" y="22885"/>
                  </a:lnTo>
                  <a:lnTo>
                    <a:pt x="353085" y="15481"/>
                  </a:lnTo>
                  <a:lnTo>
                    <a:pt x="351345" y="10426"/>
                  </a:lnTo>
                  <a:close/>
                </a:path>
                <a:path w="492759" h="79375">
                  <a:moveTo>
                    <a:pt x="404456" y="1079"/>
                  </a:moveTo>
                  <a:lnTo>
                    <a:pt x="393395" y="1079"/>
                  </a:lnTo>
                  <a:lnTo>
                    <a:pt x="365429" y="77825"/>
                  </a:lnTo>
                  <a:lnTo>
                    <a:pt x="377913" y="77825"/>
                  </a:lnTo>
                  <a:lnTo>
                    <a:pt x="383273" y="61798"/>
                  </a:lnTo>
                  <a:lnTo>
                    <a:pt x="426562" y="61798"/>
                  </a:lnTo>
                  <a:lnTo>
                    <a:pt x="423200" y="52565"/>
                  </a:lnTo>
                  <a:lnTo>
                    <a:pt x="386079" y="52565"/>
                  </a:lnTo>
                  <a:lnTo>
                    <a:pt x="398970" y="15049"/>
                  </a:lnTo>
                  <a:lnTo>
                    <a:pt x="409542" y="15049"/>
                  </a:lnTo>
                  <a:lnTo>
                    <a:pt x="404456" y="1079"/>
                  </a:lnTo>
                  <a:close/>
                </a:path>
                <a:path w="492759" h="79375">
                  <a:moveTo>
                    <a:pt x="426562" y="61798"/>
                  </a:moveTo>
                  <a:lnTo>
                    <a:pt x="414566" y="61798"/>
                  </a:lnTo>
                  <a:lnTo>
                    <a:pt x="419925" y="77825"/>
                  </a:lnTo>
                  <a:lnTo>
                    <a:pt x="432396" y="77825"/>
                  </a:lnTo>
                  <a:lnTo>
                    <a:pt x="426562" y="61798"/>
                  </a:lnTo>
                  <a:close/>
                </a:path>
                <a:path w="492759" h="79375">
                  <a:moveTo>
                    <a:pt x="409542" y="15049"/>
                  </a:moveTo>
                  <a:lnTo>
                    <a:pt x="398970" y="15049"/>
                  </a:lnTo>
                  <a:lnTo>
                    <a:pt x="411759" y="52565"/>
                  </a:lnTo>
                  <a:lnTo>
                    <a:pt x="423200" y="52565"/>
                  </a:lnTo>
                  <a:lnTo>
                    <a:pt x="409542" y="15049"/>
                  </a:lnTo>
                  <a:close/>
                </a:path>
                <a:path w="492759" h="79375">
                  <a:moveTo>
                    <a:pt x="477202" y="1079"/>
                  </a:moveTo>
                  <a:lnTo>
                    <a:pt x="441871" y="1079"/>
                  </a:lnTo>
                  <a:lnTo>
                    <a:pt x="441871" y="77825"/>
                  </a:lnTo>
                  <a:lnTo>
                    <a:pt x="453351" y="77825"/>
                  </a:lnTo>
                  <a:lnTo>
                    <a:pt x="453351" y="49034"/>
                  </a:lnTo>
                  <a:lnTo>
                    <a:pt x="476351" y="49034"/>
                  </a:lnTo>
                  <a:lnTo>
                    <a:pt x="481837" y="47510"/>
                  </a:lnTo>
                  <a:lnTo>
                    <a:pt x="490550" y="39674"/>
                  </a:lnTo>
                  <a:lnTo>
                    <a:pt x="453135" y="39674"/>
                  </a:lnTo>
                  <a:lnTo>
                    <a:pt x="453135" y="10337"/>
                  </a:lnTo>
                  <a:lnTo>
                    <a:pt x="489849" y="10337"/>
                  </a:lnTo>
                  <a:lnTo>
                    <a:pt x="486892" y="7200"/>
                  </a:lnTo>
                  <a:lnTo>
                    <a:pt x="482688" y="2819"/>
                  </a:lnTo>
                  <a:lnTo>
                    <a:pt x="477202" y="1079"/>
                  </a:lnTo>
                  <a:close/>
                </a:path>
                <a:path w="492759" h="79375">
                  <a:moveTo>
                    <a:pt x="489849" y="10337"/>
                  </a:moveTo>
                  <a:lnTo>
                    <a:pt x="476897" y="10337"/>
                  </a:lnTo>
                  <a:lnTo>
                    <a:pt x="481190" y="14719"/>
                  </a:lnTo>
                  <a:lnTo>
                    <a:pt x="481190" y="35140"/>
                  </a:lnTo>
                  <a:lnTo>
                    <a:pt x="476897" y="39674"/>
                  </a:lnTo>
                  <a:lnTo>
                    <a:pt x="490550" y="39674"/>
                  </a:lnTo>
                  <a:lnTo>
                    <a:pt x="492594" y="33769"/>
                  </a:lnTo>
                  <a:lnTo>
                    <a:pt x="492594" y="16764"/>
                  </a:lnTo>
                  <a:lnTo>
                    <a:pt x="490854" y="11404"/>
                  </a:lnTo>
                  <a:lnTo>
                    <a:pt x="489849" y="10337"/>
                  </a:lnTo>
                  <a:close/>
                </a:path>
              </a:pathLst>
            </a:custGeom>
            <a:solidFill>
              <a:srgbClr val="1F21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506" y="9874834"/>
              <a:ext cx="1576773" cy="23019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9668" y="10154796"/>
            <a:ext cx="828471" cy="102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2303" y="1889671"/>
            <a:ext cx="2030399" cy="187846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3468" y="1308338"/>
            <a:ext cx="1408201" cy="37142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508287" y="3592865"/>
            <a:ext cx="927100" cy="131445"/>
          </a:xfrm>
          <a:custGeom>
            <a:avLst/>
            <a:gdLst/>
            <a:ahLst/>
            <a:cxnLst/>
            <a:rect l="l" t="t" r="r" b="b"/>
            <a:pathLst>
              <a:path w="927100" h="131445">
                <a:moveTo>
                  <a:pt x="48171" y="0"/>
                </a:moveTo>
                <a:lnTo>
                  <a:pt x="10680" y="13055"/>
                </a:lnTo>
                <a:lnTo>
                  <a:pt x="0" y="50711"/>
                </a:lnTo>
                <a:lnTo>
                  <a:pt x="0" y="80708"/>
                </a:lnTo>
                <a:lnTo>
                  <a:pt x="15752" y="123129"/>
                </a:lnTo>
                <a:lnTo>
                  <a:pt x="48171" y="131406"/>
                </a:lnTo>
                <a:lnTo>
                  <a:pt x="60534" y="130677"/>
                </a:lnTo>
                <a:lnTo>
                  <a:pt x="91846" y="109245"/>
                </a:lnTo>
                <a:lnTo>
                  <a:pt x="48171" y="109245"/>
                </a:lnTo>
                <a:lnTo>
                  <a:pt x="38385" y="107688"/>
                </a:lnTo>
                <a:lnTo>
                  <a:pt x="32002" y="102520"/>
                </a:lnTo>
                <a:lnTo>
                  <a:pt x="28531" y="93000"/>
                </a:lnTo>
                <a:lnTo>
                  <a:pt x="27482" y="78384"/>
                </a:lnTo>
                <a:lnTo>
                  <a:pt x="27482" y="53035"/>
                </a:lnTo>
                <a:lnTo>
                  <a:pt x="28503" y="38838"/>
                </a:lnTo>
                <a:lnTo>
                  <a:pt x="28534" y="38413"/>
                </a:lnTo>
                <a:lnTo>
                  <a:pt x="32027" y="28894"/>
                </a:lnTo>
                <a:lnTo>
                  <a:pt x="38471" y="23729"/>
                </a:lnTo>
                <a:lnTo>
                  <a:pt x="48374" y="22174"/>
                </a:lnTo>
                <a:lnTo>
                  <a:pt x="91990" y="22174"/>
                </a:lnTo>
                <a:lnTo>
                  <a:pt x="91803" y="21646"/>
                </a:lnTo>
                <a:lnTo>
                  <a:pt x="87782" y="15189"/>
                </a:lnTo>
                <a:lnTo>
                  <a:pt x="80784" y="8309"/>
                </a:lnTo>
                <a:lnTo>
                  <a:pt x="72077" y="3589"/>
                </a:lnTo>
                <a:lnTo>
                  <a:pt x="61320" y="871"/>
                </a:lnTo>
                <a:lnTo>
                  <a:pt x="48171" y="0"/>
                </a:lnTo>
                <a:close/>
              </a:path>
              <a:path w="927100" h="131445">
                <a:moveTo>
                  <a:pt x="91990" y="22174"/>
                </a:moveTo>
                <a:lnTo>
                  <a:pt x="48374" y="22174"/>
                </a:lnTo>
                <a:lnTo>
                  <a:pt x="58159" y="23729"/>
                </a:lnTo>
                <a:lnTo>
                  <a:pt x="64542" y="28894"/>
                </a:lnTo>
                <a:lnTo>
                  <a:pt x="68014" y="38413"/>
                </a:lnTo>
                <a:lnTo>
                  <a:pt x="69062" y="53035"/>
                </a:lnTo>
                <a:lnTo>
                  <a:pt x="69062" y="78384"/>
                </a:lnTo>
                <a:lnTo>
                  <a:pt x="48171" y="109245"/>
                </a:lnTo>
                <a:lnTo>
                  <a:pt x="91846" y="109245"/>
                </a:lnTo>
                <a:lnTo>
                  <a:pt x="94148" y="103611"/>
                </a:lnTo>
                <a:lnTo>
                  <a:pt x="95980" y="93485"/>
                </a:lnTo>
                <a:lnTo>
                  <a:pt x="96545" y="80708"/>
                </a:lnTo>
                <a:lnTo>
                  <a:pt x="96545" y="50711"/>
                </a:lnTo>
                <a:lnTo>
                  <a:pt x="96060" y="38838"/>
                </a:lnTo>
                <a:lnTo>
                  <a:pt x="94521" y="29340"/>
                </a:lnTo>
                <a:lnTo>
                  <a:pt x="91990" y="22174"/>
                </a:lnTo>
                <a:close/>
              </a:path>
              <a:path w="927100" h="131445">
                <a:moveTo>
                  <a:pt x="161213" y="1981"/>
                </a:moveTo>
                <a:lnTo>
                  <a:pt x="116738" y="1981"/>
                </a:lnTo>
                <a:lnTo>
                  <a:pt x="116738" y="129438"/>
                </a:lnTo>
                <a:lnTo>
                  <a:pt x="161213" y="129438"/>
                </a:lnTo>
                <a:lnTo>
                  <a:pt x="183635" y="126653"/>
                </a:lnTo>
                <a:lnTo>
                  <a:pt x="199153" y="117595"/>
                </a:lnTo>
                <a:lnTo>
                  <a:pt x="204795" y="107670"/>
                </a:lnTo>
                <a:lnTo>
                  <a:pt x="144259" y="107670"/>
                </a:lnTo>
                <a:lnTo>
                  <a:pt x="144259" y="23787"/>
                </a:lnTo>
                <a:lnTo>
                  <a:pt x="204793" y="23787"/>
                </a:lnTo>
                <a:lnTo>
                  <a:pt x="199096" y="13781"/>
                </a:lnTo>
                <a:lnTo>
                  <a:pt x="183571" y="4707"/>
                </a:lnTo>
                <a:lnTo>
                  <a:pt x="161213" y="1981"/>
                </a:lnTo>
                <a:close/>
              </a:path>
              <a:path w="927100" h="131445">
                <a:moveTo>
                  <a:pt x="204793" y="23787"/>
                </a:moveTo>
                <a:lnTo>
                  <a:pt x="156210" y="23787"/>
                </a:lnTo>
                <a:lnTo>
                  <a:pt x="169068" y="25019"/>
                </a:lnTo>
                <a:lnTo>
                  <a:pt x="177214" y="29737"/>
                </a:lnTo>
                <a:lnTo>
                  <a:pt x="181547" y="39017"/>
                </a:lnTo>
                <a:lnTo>
                  <a:pt x="182968" y="53936"/>
                </a:lnTo>
                <a:lnTo>
                  <a:pt x="182968" y="77470"/>
                </a:lnTo>
                <a:lnTo>
                  <a:pt x="181547" y="92391"/>
                </a:lnTo>
                <a:lnTo>
                  <a:pt x="177214" y="101680"/>
                </a:lnTo>
                <a:lnTo>
                  <a:pt x="169068" y="106414"/>
                </a:lnTo>
                <a:lnTo>
                  <a:pt x="156210" y="107670"/>
                </a:lnTo>
                <a:lnTo>
                  <a:pt x="204795" y="107670"/>
                </a:lnTo>
                <a:lnTo>
                  <a:pt x="208010" y="102013"/>
                </a:lnTo>
                <a:lnTo>
                  <a:pt x="210451" y="79654"/>
                </a:lnTo>
                <a:lnTo>
                  <a:pt x="210451" y="51765"/>
                </a:lnTo>
                <a:lnTo>
                  <a:pt x="208026" y="29737"/>
                </a:lnTo>
                <a:lnTo>
                  <a:pt x="207989" y="29400"/>
                </a:lnTo>
                <a:lnTo>
                  <a:pt x="204793" y="23787"/>
                </a:lnTo>
                <a:close/>
              </a:path>
              <a:path w="927100" h="131445">
                <a:moveTo>
                  <a:pt x="256349" y="1981"/>
                </a:moveTo>
                <a:lnTo>
                  <a:pt x="230784" y="1981"/>
                </a:lnTo>
                <a:lnTo>
                  <a:pt x="230784" y="129438"/>
                </a:lnTo>
                <a:lnTo>
                  <a:pt x="257047" y="129438"/>
                </a:lnTo>
                <a:lnTo>
                  <a:pt x="257047" y="53225"/>
                </a:lnTo>
                <a:lnTo>
                  <a:pt x="280998" y="53225"/>
                </a:lnTo>
                <a:lnTo>
                  <a:pt x="256349" y="1981"/>
                </a:lnTo>
                <a:close/>
              </a:path>
              <a:path w="927100" h="131445">
                <a:moveTo>
                  <a:pt x="347878" y="53225"/>
                </a:moveTo>
                <a:lnTo>
                  <a:pt x="321678" y="53225"/>
                </a:lnTo>
                <a:lnTo>
                  <a:pt x="321678" y="129438"/>
                </a:lnTo>
                <a:lnTo>
                  <a:pt x="347878" y="129438"/>
                </a:lnTo>
                <a:lnTo>
                  <a:pt x="347878" y="53225"/>
                </a:lnTo>
                <a:close/>
              </a:path>
              <a:path w="927100" h="131445">
                <a:moveTo>
                  <a:pt x="280998" y="53225"/>
                </a:moveTo>
                <a:lnTo>
                  <a:pt x="257047" y="53225"/>
                </a:lnTo>
                <a:lnTo>
                  <a:pt x="280581" y="101600"/>
                </a:lnTo>
                <a:lnTo>
                  <a:pt x="298094" y="101600"/>
                </a:lnTo>
                <a:lnTo>
                  <a:pt x="313232" y="70548"/>
                </a:lnTo>
                <a:lnTo>
                  <a:pt x="289331" y="70548"/>
                </a:lnTo>
                <a:lnTo>
                  <a:pt x="280998" y="53225"/>
                </a:lnTo>
                <a:close/>
              </a:path>
              <a:path w="927100" h="131445">
                <a:moveTo>
                  <a:pt x="347878" y="1981"/>
                </a:moveTo>
                <a:lnTo>
                  <a:pt x="322376" y="1981"/>
                </a:lnTo>
                <a:lnTo>
                  <a:pt x="289331" y="70548"/>
                </a:lnTo>
                <a:lnTo>
                  <a:pt x="313232" y="70548"/>
                </a:lnTo>
                <a:lnTo>
                  <a:pt x="321678" y="53225"/>
                </a:lnTo>
                <a:lnTo>
                  <a:pt x="347878" y="53225"/>
                </a:lnTo>
                <a:lnTo>
                  <a:pt x="347878" y="1981"/>
                </a:lnTo>
                <a:close/>
              </a:path>
              <a:path w="927100" h="131445">
                <a:moveTo>
                  <a:pt x="398653" y="1981"/>
                </a:moveTo>
                <a:lnTo>
                  <a:pt x="371119" y="1981"/>
                </a:lnTo>
                <a:lnTo>
                  <a:pt x="371119" y="129438"/>
                </a:lnTo>
                <a:lnTo>
                  <a:pt x="398653" y="129438"/>
                </a:lnTo>
                <a:lnTo>
                  <a:pt x="398653" y="1981"/>
                </a:lnTo>
                <a:close/>
              </a:path>
              <a:path w="927100" h="131445">
                <a:moveTo>
                  <a:pt x="502513" y="1981"/>
                </a:moveTo>
                <a:lnTo>
                  <a:pt x="422020" y="1981"/>
                </a:lnTo>
                <a:lnTo>
                  <a:pt x="422020" y="129438"/>
                </a:lnTo>
                <a:lnTo>
                  <a:pt x="503237" y="129438"/>
                </a:lnTo>
                <a:lnTo>
                  <a:pt x="503237" y="107124"/>
                </a:lnTo>
                <a:lnTo>
                  <a:pt x="449148" y="107124"/>
                </a:lnTo>
                <a:lnTo>
                  <a:pt x="449148" y="76263"/>
                </a:lnTo>
                <a:lnTo>
                  <a:pt x="494334" y="76263"/>
                </a:lnTo>
                <a:lnTo>
                  <a:pt x="494334" y="53936"/>
                </a:lnTo>
                <a:lnTo>
                  <a:pt x="449148" y="53936"/>
                </a:lnTo>
                <a:lnTo>
                  <a:pt x="449148" y="24295"/>
                </a:lnTo>
                <a:lnTo>
                  <a:pt x="502513" y="24295"/>
                </a:lnTo>
                <a:lnTo>
                  <a:pt x="502513" y="1981"/>
                </a:lnTo>
                <a:close/>
              </a:path>
              <a:path w="927100" h="131445">
                <a:moveTo>
                  <a:pt x="546950" y="1981"/>
                </a:moveTo>
                <a:lnTo>
                  <a:pt x="520344" y="1981"/>
                </a:lnTo>
                <a:lnTo>
                  <a:pt x="520344" y="129438"/>
                </a:lnTo>
                <a:lnTo>
                  <a:pt x="546950" y="129438"/>
                </a:lnTo>
                <a:lnTo>
                  <a:pt x="546950" y="47866"/>
                </a:lnTo>
                <a:lnTo>
                  <a:pt x="572351" y="47866"/>
                </a:lnTo>
                <a:lnTo>
                  <a:pt x="546950" y="1981"/>
                </a:lnTo>
                <a:close/>
              </a:path>
              <a:path w="927100" h="131445">
                <a:moveTo>
                  <a:pt x="572351" y="47866"/>
                </a:moveTo>
                <a:lnTo>
                  <a:pt x="546950" y="47866"/>
                </a:lnTo>
                <a:lnTo>
                  <a:pt x="592099" y="129438"/>
                </a:lnTo>
                <a:lnTo>
                  <a:pt x="618705" y="129438"/>
                </a:lnTo>
                <a:lnTo>
                  <a:pt x="618705" y="83540"/>
                </a:lnTo>
                <a:lnTo>
                  <a:pt x="592099" y="83540"/>
                </a:lnTo>
                <a:lnTo>
                  <a:pt x="572351" y="47866"/>
                </a:lnTo>
                <a:close/>
              </a:path>
              <a:path w="927100" h="131445">
                <a:moveTo>
                  <a:pt x="618705" y="1981"/>
                </a:moveTo>
                <a:lnTo>
                  <a:pt x="592099" y="1981"/>
                </a:lnTo>
                <a:lnTo>
                  <a:pt x="592099" y="83540"/>
                </a:lnTo>
                <a:lnTo>
                  <a:pt x="618705" y="83540"/>
                </a:lnTo>
                <a:lnTo>
                  <a:pt x="618705" y="1981"/>
                </a:lnTo>
                <a:close/>
              </a:path>
              <a:path w="927100" h="131445">
                <a:moveTo>
                  <a:pt x="669404" y="1981"/>
                </a:moveTo>
                <a:lnTo>
                  <a:pt x="641883" y="1981"/>
                </a:lnTo>
                <a:lnTo>
                  <a:pt x="641883" y="129438"/>
                </a:lnTo>
                <a:lnTo>
                  <a:pt x="669404" y="129438"/>
                </a:lnTo>
                <a:lnTo>
                  <a:pt x="669404" y="1981"/>
                </a:lnTo>
                <a:close/>
              </a:path>
              <a:path w="927100" h="131445">
                <a:moveTo>
                  <a:pt x="718146" y="1981"/>
                </a:moveTo>
                <a:lnTo>
                  <a:pt x="692594" y="1981"/>
                </a:lnTo>
                <a:lnTo>
                  <a:pt x="692594" y="129438"/>
                </a:lnTo>
                <a:lnTo>
                  <a:pt x="718858" y="129438"/>
                </a:lnTo>
                <a:lnTo>
                  <a:pt x="718858" y="53225"/>
                </a:lnTo>
                <a:lnTo>
                  <a:pt x="742796" y="53225"/>
                </a:lnTo>
                <a:lnTo>
                  <a:pt x="718146" y="1981"/>
                </a:lnTo>
                <a:close/>
              </a:path>
              <a:path w="927100" h="131445">
                <a:moveTo>
                  <a:pt x="809675" y="53225"/>
                </a:moveTo>
                <a:lnTo>
                  <a:pt x="783475" y="53225"/>
                </a:lnTo>
                <a:lnTo>
                  <a:pt x="783475" y="129438"/>
                </a:lnTo>
                <a:lnTo>
                  <a:pt x="809675" y="129438"/>
                </a:lnTo>
                <a:lnTo>
                  <a:pt x="809675" y="53225"/>
                </a:lnTo>
                <a:close/>
              </a:path>
              <a:path w="927100" h="131445">
                <a:moveTo>
                  <a:pt x="742796" y="53225"/>
                </a:moveTo>
                <a:lnTo>
                  <a:pt x="718858" y="53225"/>
                </a:lnTo>
                <a:lnTo>
                  <a:pt x="742378" y="101600"/>
                </a:lnTo>
                <a:lnTo>
                  <a:pt x="759891" y="101600"/>
                </a:lnTo>
                <a:lnTo>
                  <a:pt x="775030" y="70548"/>
                </a:lnTo>
                <a:lnTo>
                  <a:pt x="751128" y="70548"/>
                </a:lnTo>
                <a:lnTo>
                  <a:pt x="742796" y="53225"/>
                </a:lnTo>
                <a:close/>
              </a:path>
              <a:path w="927100" h="131445">
                <a:moveTo>
                  <a:pt x="809675" y="1981"/>
                </a:moveTo>
                <a:lnTo>
                  <a:pt x="784186" y="1981"/>
                </a:lnTo>
                <a:lnTo>
                  <a:pt x="751128" y="70548"/>
                </a:lnTo>
                <a:lnTo>
                  <a:pt x="775030" y="70548"/>
                </a:lnTo>
                <a:lnTo>
                  <a:pt x="783475" y="53225"/>
                </a:lnTo>
                <a:lnTo>
                  <a:pt x="809675" y="53225"/>
                </a:lnTo>
                <a:lnTo>
                  <a:pt x="809675" y="1981"/>
                </a:lnTo>
                <a:close/>
              </a:path>
              <a:path w="927100" h="131445">
                <a:moveTo>
                  <a:pt x="849706" y="1981"/>
                </a:moveTo>
                <a:lnTo>
                  <a:pt x="820610" y="1981"/>
                </a:lnTo>
                <a:lnTo>
                  <a:pt x="859878" y="83540"/>
                </a:lnTo>
                <a:lnTo>
                  <a:pt x="859878" y="129438"/>
                </a:lnTo>
                <a:lnTo>
                  <a:pt x="887349" y="129438"/>
                </a:lnTo>
                <a:lnTo>
                  <a:pt x="887349" y="83540"/>
                </a:lnTo>
                <a:lnTo>
                  <a:pt x="900403" y="56426"/>
                </a:lnTo>
                <a:lnTo>
                  <a:pt x="873645" y="56426"/>
                </a:lnTo>
                <a:lnTo>
                  <a:pt x="849706" y="1981"/>
                </a:lnTo>
                <a:close/>
              </a:path>
              <a:path w="927100" h="131445">
                <a:moveTo>
                  <a:pt x="926617" y="1981"/>
                </a:moveTo>
                <a:lnTo>
                  <a:pt x="897521" y="1981"/>
                </a:lnTo>
                <a:lnTo>
                  <a:pt x="873645" y="56426"/>
                </a:lnTo>
                <a:lnTo>
                  <a:pt x="900403" y="56426"/>
                </a:lnTo>
                <a:lnTo>
                  <a:pt x="926617" y="1981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98829" y="3778904"/>
            <a:ext cx="1636395" cy="206375"/>
          </a:xfrm>
          <a:custGeom>
            <a:avLst/>
            <a:gdLst/>
            <a:ahLst/>
            <a:cxnLst/>
            <a:rect l="l" t="t" r="r" b="b"/>
            <a:pathLst>
              <a:path w="1636395" h="206375">
                <a:moveTo>
                  <a:pt x="61366" y="61379"/>
                </a:moveTo>
                <a:lnTo>
                  <a:pt x="33896" y="61379"/>
                </a:lnTo>
                <a:lnTo>
                  <a:pt x="33896" y="166522"/>
                </a:lnTo>
                <a:lnTo>
                  <a:pt x="61366" y="166522"/>
                </a:lnTo>
                <a:lnTo>
                  <a:pt x="61366" y="61379"/>
                </a:lnTo>
                <a:close/>
              </a:path>
              <a:path w="1636395" h="206375">
                <a:moveTo>
                  <a:pt x="95122" y="39065"/>
                </a:moveTo>
                <a:lnTo>
                  <a:pt x="0" y="39065"/>
                </a:lnTo>
                <a:lnTo>
                  <a:pt x="0" y="61379"/>
                </a:lnTo>
                <a:lnTo>
                  <a:pt x="95122" y="61379"/>
                </a:lnTo>
                <a:lnTo>
                  <a:pt x="95122" y="39065"/>
                </a:lnTo>
                <a:close/>
              </a:path>
              <a:path w="1636395" h="206375">
                <a:moveTo>
                  <a:pt x="130987" y="39065"/>
                </a:moveTo>
                <a:lnTo>
                  <a:pt x="103517" y="39065"/>
                </a:lnTo>
                <a:lnTo>
                  <a:pt x="136004" y="166522"/>
                </a:lnTo>
                <a:lnTo>
                  <a:pt x="160794" y="166522"/>
                </a:lnTo>
                <a:lnTo>
                  <a:pt x="170725" y="129933"/>
                </a:lnTo>
                <a:lnTo>
                  <a:pt x="149720" y="129933"/>
                </a:lnTo>
                <a:lnTo>
                  <a:pt x="130987" y="39065"/>
                </a:lnTo>
                <a:close/>
              </a:path>
              <a:path w="1636395" h="206375">
                <a:moveTo>
                  <a:pt x="205251" y="82435"/>
                </a:moveTo>
                <a:lnTo>
                  <a:pt x="183616" y="82435"/>
                </a:lnTo>
                <a:lnTo>
                  <a:pt x="206489" y="166522"/>
                </a:lnTo>
                <a:lnTo>
                  <a:pt x="231127" y="166522"/>
                </a:lnTo>
                <a:lnTo>
                  <a:pt x="240496" y="129933"/>
                </a:lnTo>
                <a:lnTo>
                  <a:pt x="217360" y="129933"/>
                </a:lnTo>
                <a:lnTo>
                  <a:pt x="205251" y="82435"/>
                </a:lnTo>
                <a:close/>
              </a:path>
              <a:path w="1636395" h="206375">
                <a:moveTo>
                  <a:pt x="194195" y="39065"/>
                </a:moveTo>
                <a:lnTo>
                  <a:pt x="172935" y="39065"/>
                </a:lnTo>
                <a:lnTo>
                  <a:pt x="149720" y="129933"/>
                </a:lnTo>
                <a:lnTo>
                  <a:pt x="170725" y="129933"/>
                </a:lnTo>
                <a:lnTo>
                  <a:pt x="183616" y="82435"/>
                </a:lnTo>
                <a:lnTo>
                  <a:pt x="205251" y="82435"/>
                </a:lnTo>
                <a:lnTo>
                  <a:pt x="194195" y="39065"/>
                </a:lnTo>
                <a:close/>
              </a:path>
              <a:path w="1636395" h="206375">
                <a:moveTo>
                  <a:pt x="263766" y="39065"/>
                </a:moveTo>
                <a:lnTo>
                  <a:pt x="236283" y="39065"/>
                </a:lnTo>
                <a:lnTo>
                  <a:pt x="217360" y="129933"/>
                </a:lnTo>
                <a:lnTo>
                  <a:pt x="240496" y="129933"/>
                </a:lnTo>
                <a:lnTo>
                  <a:pt x="263766" y="39065"/>
                </a:lnTo>
                <a:close/>
              </a:path>
              <a:path w="1636395" h="206375">
                <a:moveTo>
                  <a:pt x="321043" y="37096"/>
                </a:moveTo>
                <a:lnTo>
                  <a:pt x="283552" y="50152"/>
                </a:lnTo>
                <a:lnTo>
                  <a:pt x="272884" y="87795"/>
                </a:lnTo>
                <a:lnTo>
                  <a:pt x="272884" y="117792"/>
                </a:lnTo>
                <a:lnTo>
                  <a:pt x="288632" y="160218"/>
                </a:lnTo>
                <a:lnTo>
                  <a:pt x="321043" y="168490"/>
                </a:lnTo>
                <a:lnTo>
                  <a:pt x="333412" y="167761"/>
                </a:lnTo>
                <a:lnTo>
                  <a:pt x="364722" y="146329"/>
                </a:lnTo>
                <a:lnTo>
                  <a:pt x="321043" y="146329"/>
                </a:lnTo>
                <a:lnTo>
                  <a:pt x="311258" y="144772"/>
                </a:lnTo>
                <a:lnTo>
                  <a:pt x="304874" y="139604"/>
                </a:lnTo>
                <a:lnTo>
                  <a:pt x="301403" y="130084"/>
                </a:lnTo>
                <a:lnTo>
                  <a:pt x="300355" y="115468"/>
                </a:lnTo>
                <a:lnTo>
                  <a:pt x="300355" y="90119"/>
                </a:lnTo>
                <a:lnTo>
                  <a:pt x="301375" y="75922"/>
                </a:lnTo>
                <a:lnTo>
                  <a:pt x="301406" y="75497"/>
                </a:lnTo>
                <a:lnTo>
                  <a:pt x="304900" y="65978"/>
                </a:lnTo>
                <a:lnTo>
                  <a:pt x="311343" y="60813"/>
                </a:lnTo>
                <a:lnTo>
                  <a:pt x="321246" y="59258"/>
                </a:lnTo>
                <a:lnTo>
                  <a:pt x="364867" y="59258"/>
                </a:lnTo>
                <a:lnTo>
                  <a:pt x="364681" y="58730"/>
                </a:lnTo>
                <a:lnTo>
                  <a:pt x="360667" y="52273"/>
                </a:lnTo>
                <a:lnTo>
                  <a:pt x="353663" y="45395"/>
                </a:lnTo>
                <a:lnTo>
                  <a:pt x="344955" y="40679"/>
                </a:lnTo>
                <a:lnTo>
                  <a:pt x="334197" y="37966"/>
                </a:lnTo>
                <a:lnTo>
                  <a:pt x="321043" y="37096"/>
                </a:lnTo>
                <a:close/>
              </a:path>
              <a:path w="1636395" h="206375">
                <a:moveTo>
                  <a:pt x="364867" y="59258"/>
                </a:moveTo>
                <a:lnTo>
                  <a:pt x="321246" y="59258"/>
                </a:lnTo>
                <a:lnTo>
                  <a:pt x="331033" y="60813"/>
                </a:lnTo>
                <a:lnTo>
                  <a:pt x="337421" y="65978"/>
                </a:lnTo>
                <a:lnTo>
                  <a:pt x="340897" y="75497"/>
                </a:lnTo>
                <a:lnTo>
                  <a:pt x="341947" y="90119"/>
                </a:lnTo>
                <a:lnTo>
                  <a:pt x="341947" y="115468"/>
                </a:lnTo>
                <a:lnTo>
                  <a:pt x="321043" y="146329"/>
                </a:lnTo>
                <a:lnTo>
                  <a:pt x="364722" y="146329"/>
                </a:lnTo>
                <a:lnTo>
                  <a:pt x="367022" y="140695"/>
                </a:lnTo>
                <a:lnTo>
                  <a:pt x="368852" y="130569"/>
                </a:lnTo>
                <a:lnTo>
                  <a:pt x="369417" y="117792"/>
                </a:lnTo>
                <a:lnTo>
                  <a:pt x="369417" y="87795"/>
                </a:lnTo>
                <a:lnTo>
                  <a:pt x="368932" y="75922"/>
                </a:lnTo>
                <a:lnTo>
                  <a:pt x="367395" y="66424"/>
                </a:lnTo>
                <a:lnTo>
                  <a:pt x="364867" y="59258"/>
                </a:lnTo>
                <a:close/>
              </a:path>
              <a:path w="1636395" h="206375">
                <a:moveTo>
                  <a:pt x="390893" y="133832"/>
                </a:moveTo>
                <a:lnTo>
                  <a:pt x="375704" y="151904"/>
                </a:lnTo>
                <a:lnTo>
                  <a:pt x="385349" y="159532"/>
                </a:lnTo>
                <a:lnTo>
                  <a:pt x="394871" y="164674"/>
                </a:lnTo>
                <a:lnTo>
                  <a:pt x="404893" y="167578"/>
                </a:lnTo>
                <a:lnTo>
                  <a:pt x="416039" y="168490"/>
                </a:lnTo>
                <a:lnTo>
                  <a:pt x="426194" y="167578"/>
                </a:lnTo>
                <a:lnTo>
                  <a:pt x="426939" y="167578"/>
                </a:lnTo>
                <a:lnTo>
                  <a:pt x="451405" y="146329"/>
                </a:lnTo>
                <a:lnTo>
                  <a:pt x="405714" y="146329"/>
                </a:lnTo>
                <a:lnTo>
                  <a:pt x="398729" y="142430"/>
                </a:lnTo>
                <a:lnTo>
                  <a:pt x="390893" y="133832"/>
                </a:lnTo>
                <a:close/>
              </a:path>
              <a:path w="1636395" h="206375">
                <a:moveTo>
                  <a:pt x="453732" y="39065"/>
                </a:moveTo>
                <a:lnTo>
                  <a:pt x="426211" y="39065"/>
                </a:lnTo>
                <a:lnTo>
                  <a:pt x="426211" y="128168"/>
                </a:lnTo>
                <a:lnTo>
                  <a:pt x="425856" y="132422"/>
                </a:lnTo>
                <a:lnTo>
                  <a:pt x="424992" y="136359"/>
                </a:lnTo>
                <a:lnTo>
                  <a:pt x="423176" y="143141"/>
                </a:lnTo>
                <a:lnTo>
                  <a:pt x="419277" y="146329"/>
                </a:lnTo>
                <a:lnTo>
                  <a:pt x="451405" y="146329"/>
                </a:lnTo>
                <a:lnTo>
                  <a:pt x="452732" y="139771"/>
                </a:lnTo>
                <a:lnTo>
                  <a:pt x="453503" y="129913"/>
                </a:lnTo>
                <a:lnTo>
                  <a:pt x="453732" y="116027"/>
                </a:lnTo>
                <a:lnTo>
                  <a:pt x="453732" y="39065"/>
                </a:lnTo>
                <a:close/>
              </a:path>
              <a:path w="1636395" h="206375">
                <a:moveTo>
                  <a:pt x="568570" y="142595"/>
                </a:moveTo>
                <a:lnTo>
                  <a:pt x="540105" y="142595"/>
                </a:lnTo>
                <a:lnTo>
                  <a:pt x="547446" y="166522"/>
                </a:lnTo>
                <a:lnTo>
                  <a:pt x="558126" y="166522"/>
                </a:lnTo>
                <a:lnTo>
                  <a:pt x="549628" y="171662"/>
                </a:lnTo>
                <a:lnTo>
                  <a:pt x="543610" y="177163"/>
                </a:lnTo>
                <a:lnTo>
                  <a:pt x="540031" y="183061"/>
                </a:lnTo>
                <a:lnTo>
                  <a:pt x="538848" y="189395"/>
                </a:lnTo>
                <a:lnTo>
                  <a:pt x="540503" y="196492"/>
                </a:lnTo>
                <a:lnTo>
                  <a:pt x="545374" y="201693"/>
                </a:lnTo>
                <a:lnTo>
                  <a:pt x="553319" y="204891"/>
                </a:lnTo>
                <a:lnTo>
                  <a:pt x="564197" y="205981"/>
                </a:lnTo>
                <a:lnTo>
                  <a:pt x="571893" y="205981"/>
                </a:lnTo>
                <a:lnTo>
                  <a:pt x="576828" y="204891"/>
                </a:lnTo>
                <a:lnTo>
                  <a:pt x="583323" y="202234"/>
                </a:lnTo>
                <a:lnTo>
                  <a:pt x="581099" y="191871"/>
                </a:lnTo>
                <a:lnTo>
                  <a:pt x="564197" y="191871"/>
                </a:lnTo>
                <a:lnTo>
                  <a:pt x="561721" y="189750"/>
                </a:lnTo>
                <a:lnTo>
                  <a:pt x="561721" y="180073"/>
                </a:lnTo>
                <a:lnTo>
                  <a:pt x="566369" y="174561"/>
                </a:lnTo>
                <a:lnTo>
                  <a:pt x="577253" y="166522"/>
                </a:lnTo>
                <a:lnTo>
                  <a:pt x="568570" y="142595"/>
                </a:lnTo>
                <a:close/>
              </a:path>
              <a:path w="1636395" h="206375">
                <a:moveTo>
                  <a:pt x="580644" y="189750"/>
                </a:moveTo>
                <a:lnTo>
                  <a:pt x="576338" y="191160"/>
                </a:lnTo>
                <a:lnTo>
                  <a:pt x="572592" y="191871"/>
                </a:lnTo>
                <a:lnTo>
                  <a:pt x="581099" y="191871"/>
                </a:lnTo>
                <a:lnTo>
                  <a:pt x="580644" y="189750"/>
                </a:lnTo>
                <a:close/>
              </a:path>
              <a:path w="1636395" h="206375">
                <a:moveTo>
                  <a:pt x="530999" y="39065"/>
                </a:moveTo>
                <a:lnTo>
                  <a:pt x="504444" y="39065"/>
                </a:lnTo>
                <a:lnTo>
                  <a:pt x="458342" y="166522"/>
                </a:lnTo>
                <a:lnTo>
                  <a:pt x="487997" y="166522"/>
                </a:lnTo>
                <a:lnTo>
                  <a:pt x="495490" y="142595"/>
                </a:lnTo>
                <a:lnTo>
                  <a:pt x="568570" y="142595"/>
                </a:lnTo>
                <a:lnTo>
                  <a:pt x="560670" y="120827"/>
                </a:lnTo>
                <a:lnTo>
                  <a:pt x="502107" y="120827"/>
                </a:lnTo>
                <a:lnTo>
                  <a:pt x="518007" y="71183"/>
                </a:lnTo>
                <a:lnTo>
                  <a:pt x="542655" y="71183"/>
                </a:lnTo>
                <a:lnTo>
                  <a:pt x="530999" y="39065"/>
                </a:lnTo>
                <a:close/>
              </a:path>
              <a:path w="1636395" h="206375">
                <a:moveTo>
                  <a:pt x="542655" y="71183"/>
                </a:moveTo>
                <a:lnTo>
                  <a:pt x="518007" y="71183"/>
                </a:lnTo>
                <a:lnTo>
                  <a:pt x="533539" y="120827"/>
                </a:lnTo>
                <a:lnTo>
                  <a:pt x="560670" y="120827"/>
                </a:lnTo>
                <a:lnTo>
                  <a:pt x="542655" y="71183"/>
                </a:lnTo>
                <a:close/>
              </a:path>
              <a:path w="1636395" h="206375">
                <a:moveTo>
                  <a:pt x="656005" y="39065"/>
                </a:moveTo>
                <a:lnTo>
                  <a:pt x="612432" y="39065"/>
                </a:lnTo>
                <a:lnTo>
                  <a:pt x="612432" y="166522"/>
                </a:lnTo>
                <a:lnTo>
                  <a:pt x="639965" y="166522"/>
                </a:lnTo>
                <a:lnTo>
                  <a:pt x="639965" y="122097"/>
                </a:lnTo>
                <a:lnTo>
                  <a:pt x="656005" y="122097"/>
                </a:lnTo>
                <a:lnTo>
                  <a:pt x="694927" y="107524"/>
                </a:lnTo>
                <a:lnTo>
                  <a:pt x="698521" y="100139"/>
                </a:lnTo>
                <a:lnTo>
                  <a:pt x="639394" y="100139"/>
                </a:lnTo>
                <a:lnTo>
                  <a:pt x="639394" y="60871"/>
                </a:lnTo>
                <a:lnTo>
                  <a:pt x="698439" y="60871"/>
                </a:lnTo>
                <a:lnTo>
                  <a:pt x="695886" y="55014"/>
                </a:lnTo>
                <a:lnTo>
                  <a:pt x="691515" y="49237"/>
                </a:lnTo>
                <a:lnTo>
                  <a:pt x="685566" y="44573"/>
                </a:lnTo>
                <a:lnTo>
                  <a:pt x="678046" y="41417"/>
                </a:lnTo>
                <a:lnTo>
                  <a:pt x="668383" y="39629"/>
                </a:lnTo>
                <a:lnTo>
                  <a:pt x="656005" y="39065"/>
                </a:lnTo>
                <a:close/>
              </a:path>
              <a:path w="1636395" h="206375">
                <a:moveTo>
                  <a:pt x="698439" y="60871"/>
                </a:moveTo>
                <a:lnTo>
                  <a:pt x="656196" y="60871"/>
                </a:lnTo>
                <a:lnTo>
                  <a:pt x="664378" y="61924"/>
                </a:lnTo>
                <a:lnTo>
                  <a:pt x="669848" y="65316"/>
                </a:lnTo>
                <a:lnTo>
                  <a:pt x="672909" y="71393"/>
                </a:lnTo>
                <a:lnTo>
                  <a:pt x="673861" y="80505"/>
                </a:lnTo>
                <a:lnTo>
                  <a:pt x="672909" y="89589"/>
                </a:lnTo>
                <a:lnTo>
                  <a:pt x="669848" y="95670"/>
                </a:lnTo>
                <a:lnTo>
                  <a:pt x="664378" y="99077"/>
                </a:lnTo>
                <a:lnTo>
                  <a:pt x="656196" y="100139"/>
                </a:lnTo>
                <a:lnTo>
                  <a:pt x="698521" y="100139"/>
                </a:lnTo>
                <a:lnTo>
                  <a:pt x="700524" y="91421"/>
                </a:lnTo>
                <a:lnTo>
                  <a:pt x="701179" y="80505"/>
                </a:lnTo>
                <a:lnTo>
                  <a:pt x="700683" y="71393"/>
                </a:lnTo>
                <a:lnTo>
                  <a:pt x="700623" y="70278"/>
                </a:lnTo>
                <a:lnTo>
                  <a:pt x="698894" y="61924"/>
                </a:lnTo>
                <a:lnTo>
                  <a:pt x="698439" y="60871"/>
                </a:lnTo>
                <a:close/>
              </a:path>
              <a:path w="1636395" h="206375">
                <a:moveTo>
                  <a:pt x="764870" y="39065"/>
                </a:moveTo>
                <a:lnTo>
                  <a:pt x="716495" y="39065"/>
                </a:lnTo>
                <a:lnTo>
                  <a:pt x="716495" y="166522"/>
                </a:lnTo>
                <a:lnTo>
                  <a:pt x="743966" y="166522"/>
                </a:lnTo>
                <a:lnTo>
                  <a:pt x="743966" y="115823"/>
                </a:lnTo>
                <a:lnTo>
                  <a:pt x="785251" y="115823"/>
                </a:lnTo>
                <a:lnTo>
                  <a:pt x="784148" y="113703"/>
                </a:lnTo>
                <a:lnTo>
                  <a:pt x="794656" y="109022"/>
                </a:lnTo>
                <a:lnTo>
                  <a:pt x="801798" y="101620"/>
                </a:lnTo>
                <a:lnTo>
                  <a:pt x="804418" y="94767"/>
                </a:lnTo>
                <a:lnTo>
                  <a:pt x="743407" y="94767"/>
                </a:lnTo>
                <a:lnTo>
                  <a:pt x="743407" y="60871"/>
                </a:lnTo>
                <a:lnTo>
                  <a:pt x="805130" y="60871"/>
                </a:lnTo>
                <a:lnTo>
                  <a:pt x="804918" y="59921"/>
                </a:lnTo>
                <a:lnTo>
                  <a:pt x="776281" y="39566"/>
                </a:lnTo>
                <a:lnTo>
                  <a:pt x="764870" y="39065"/>
                </a:lnTo>
                <a:close/>
              </a:path>
              <a:path w="1636395" h="206375">
                <a:moveTo>
                  <a:pt x="785251" y="115823"/>
                </a:moveTo>
                <a:lnTo>
                  <a:pt x="757377" y="115823"/>
                </a:lnTo>
                <a:lnTo>
                  <a:pt x="781253" y="166522"/>
                </a:lnTo>
                <a:lnTo>
                  <a:pt x="811618" y="166522"/>
                </a:lnTo>
                <a:lnTo>
                  <a:pt x="785251" y="115823"/>
                </a:lnTo>
                <a:close/>
              </a:path>
              <a:path w="1636395" h="206375">
                <a:moveTo>
                  <a:pt x="805130" y="60871"/>
                </a:moveTo>
                <a:lnTo>
                  <a:pt x="775182" y="60871"/>
                </a:lnTo>
                <a:lnTo>
                  <a:pt x="780046" y="65468"/>
                </a:lnTo>
                <a:lnTo>
                  <a:pt x="780046" y="90119"/>
                </a:lnTo>
                <a:lnTo>
                  <a:pt x="775182" y="94767"/>
                </a:lnTo>
                <a:lnTo>
                  <a:pt x="804418" y="94767"/>
                </a:lnTo>
                <a:lnTo>
                  <a:pt x="805869" y="90973"/>
                </a:lnTo>
                <a:lnTo>
                  <a:pt x="807161" y="76555"/>
                </a:lnTo>
                <a:lnTo>
                  <a:pt x="806610" y="67483"/>
                </a:lnTo>
                <a:lnTo>
                  <a:pt x="805130" y="60871"/>
                </a:lnTo>
                <a:close/>
              </a:path>
              <a:path w="1636395" h="206375">
                <a:moveTo>
                  <a:pt x="906373" y="39065"/>
                </a:moveTo>
                <a:lnTo>
                  <a:pt x="826935" y="39065"/>
                </a:lnTo>
                <a:lnTo>
                  <a:pt x="826935" y="61379"/>
                </a:lnTo>
                <a:lnTo>
                  <a:pt x="875309" y="61379"/>
                </a:lnTo>
                <a:lnTo>
                  <a:pt x="824458" y="148501"/>
                </a:lnTo>
                <a:lnTo>
                  <a:pt x="824458" y="166522"/>
                </a:lnTo>
                <a:lnTo>
                  <a:pt x="908913" y="166522"/>
                </a:lnTo>
                <a:lnTo>
                  <a:pt x="908913" y="144208"/>
                </a:lnTo>
                <a:lnTo>
                  <a:pt x="855319" y="144208"/>
                </a:lnTo>
                <a:lnTo>
                  <a:pt x="906373" y="57073"/>
                </a:lnTo>
                <a:lnTo>
                  <a:pt x="906373" y="39065"/>
                </a:lnTo>
                <a:close/>
              </a:path>
              <a:path w="1636395" h="206375">
                <a:moveTo>
                  <a:pt x="1006716" y="39065"/>
                </a:moveTo>
                <a:lnTo>
                  <a:pt x="926223" y="39065"/>
                </a:lnTo>
                <a:lnTo>
                  <a:pt x="926223" y="166522"/>
                </a:lnTo>
                <a:lnTo>
                  <a:pt x="1007427" y="166522"/>
                </a:lnTo>
                <a:lnTo>
                  <a:pt x="1007427" y="144208"/>
                </a:lnTo>
                <a:lnTo>
                  <a:pt x="953338" y="144208"/>
                </a:lnTo>
                <a:lnTo>
                  <a:pt x="953338" y="113347"/>
                </a:lnTo>
                <a:lnTo>
                  <a:pt x="998524" y="113347"/>
                </a:lnTo>
                <a:lnTo>
                  <a:pt x="998524" y="91020"/>
                </a:lnTo>
                <a:lnTo>
                  <a:pt x="953338" y="91020"/>
                </a:lnTo>
                <a:lnTo>
                  <a:pt x="953338" y="61379"/>
                </a:lnTo>
                <a:lnTo>
                  <a:pt x="1006716" y="61379"/>
                </a:lnTo>
                <a:lnTo>
                  <a:pt x="1006716" y="39065"/>
                </a:lnTo>
                <a:close/>
              </a:path>
              <a:path w="1636395" h="206375">
                <a:moveTo>
                  <a:pt x="1038860" y="132968"/>
                </a:moveTo>
                <a:lnTo>
                  <a:pt x="1017955" y="146176"/>
                </a:lnTo>
                <a:lnTo>
                  <a:pt x="1021854" y="152755"/>
                </a:lnTo>
                <a:lnTo>
                  <a:pt x="1025245" y="156502"/>
                </a:lnTo>
                <a:lnTo>
                  <a:pt x="1066482" y="168643"/>
                </a:lnTo>
                <a:lnTo>
                  <a:pt x="1076308" y="168063"/>
                </a:lnTo>
                <a:lnTo>
                  <a:pt x="1077235" y="168063"/>
                </a:lnTo>
                <a:lnTo>
                  <a:pt x="1110334" y="146656"/>
                </a:lnTo>
                <a:lnTo>
                  <a:pt x="1110417" y="146329"/>
                </a:lnTo>
                <a:lnTo>
                  <a:pt x="1066685" y="146329"/>
                </a:lnTo>
                <a:lnTo>
                  <a:pt x="1057326" y="145545"/>
                </a:lnTo>
                <a:lnTo>
                  <a:pt x="1049734" y="143125"/>
                </a:lnTo>
                <a:lnTo>
                  <a:pt x="1043677" y="138978"/>
                </a:lnTo>
                <a:lnTo>
                  <a:pt x="1038860" y="132968"/>
                </a:lnTo>
                <a:close/>
              </a:path>
              <a:path w="1636395" h="206375">
                <a:moveTo>
                  <a:pt x="1067041" y="37096"/>
                </a:moveTo>
                <a:lnTo>
                  <a:pt x="1048520" y="39571"/>
                </a:lnTo>
                <a:lnTo>
                  <a:pt x="1034916" y="46837"/>
                </a:lnTo>
                <a:lnTo>
                  <a:pt x="1026532" y="58656"/>
                </a:lnTo>
                <a:lnTo>
                  <a:pt x="1023670" y="74790"/>
                </a:lnTo>
                <a:lnTo>
                  <a:pt x="1025561" y="88250"/>
                </a:lnTo>
                <a:lnTo>
                  <a:pt x="1060056" y="113131"/>
                </a:lnTo>
                <a:lnTo>
                  <a:pt x="1077772" y="117589"/>
                </a:lnTo>
                <a:lnTo>
                  <a:pt x="1081303" y="119913"/>
                </a:lnTo>
                <a:lnTo>
                  <a:pt x="1084694" y="122097"/>
                </a:lnTo>
                <a:lnTo>
                  <a:pt x="1086662" y="126199"/>
                </a:lnTo>
                <a:lnTo>
                  <a:pt x="1086662" y="141173"/>
                </a:lnTo>
                <a:lnTo>
                  <a:pt x="1080046" y="146329"/>
                </a:lnTo>
                <a:lnTo>
                  <a:pt x="1110417" y="146329"/>
                </a:lnTo>
                <a:lnTo>
                  <a:pt x="1112284" y="138978"/>
                </a:lnTo>
                <a:lnTo>
                  <a:pt x="1112926" y="129933"/>
                </a:lnTo>
                <a:lnTo>
                  <a:pt x="1112147" y="120464"/>
                </a:lnTo>
                <a:lnTo>
                  <a:pt x="1083779" y="94389"/>
                </a:lnTo>
                <a:lnTo>
                  <a:pt x="1073619" y="91732"/>
                </a:lnTo>
                <a:lnTo>
                  <a:pt x="1062163" y="88250"/>
                </a:lnTo>
                <a:lnTo>
                  <a:pt x="1054865" y="84386"/>
                </a:lnTo>
                <a:lnTo>
                  <a:pt x="1051009" y="79553"/>
                </a:lnTo>
                <a:lnTo>
                  <a:pt x="1049883" y="73164"/>
                </a:lnTo>
                <a:lnTo>
                  <a:pt x="1049883" y="64261"/>
                </a:lnTo>
                <a:lnTo>
                  <a:pt x="1055954" y="59042"/>
                </a:lnTo>
                <a:lnTo>
                  <a:pt x="1107644" y="59042"/>
                </a:lnTo>
                <a:lnTo>
                  <a:pt x="1109535" y="57835"/>
                </a:lnTo>
                <a:lnTo>
                  <a:pt x="1102306" y="48701"/>
                </a:lnTo>
                <a:lnTo>
                  <a:pt x="1092898" y="42227"/>
                </a:lnTo>
                <a:lnTo>
                  <a:pt x="1081185" y="38372"/>
                </a:lnTo>
                <a:lnTo>
                  <a:pt x="1067041" y="37096"/>
                </a:lnTo>
                <a:close/>
              </a:path>
              <a:path w="1636395" h="206375">
                <a:moveTo>
                  <a:pt x="1107644" y="59042"/>
                </a:moveTo>
                <a:lnTo>
                  <a:pt x="1066330" y="59042"/>
                </a:lnTo>
                <a:lnTo>
                  <a:pt x="1073391" y="59733"/>
                </a:lnTo>
                <a:lnTo>
                  <a:pt x="1079431" y="61869"/>
                </a:lnTo>
                <a:lnTo>
                  <a:pt x="1084627" y="65541"/>
                </a:lnTo>
                <a:lnTo>
                  <a:pt x="1089152" y="70840"/>
                </a:lnTo>
                <a:lnTo>
                  <a:pt x="1107644" y="59042"/>
                </a:lnTo>
                <a:close/>
              </a:path>
              <a:path w="1636395" h="206375">
                <a:moveTo>
                  <a:pt x="1182154" y="61379"/>
                </a:moveTo>
                <a:lnTo>
                  <a:pt x="1154684" y="61379"/>
                </a:lnTo>
                <a:lnTo>
                  <a:pt x="1154684" y="166522"/>
                </a:lnTo>
                <a:lnTo>
                  <a:pt x="1182154" y="166522"/>
                </a:lnTo>
                <a:lnTo>
                  <a:pt x="1182154" y="61379"/>
                </a:lnTo>
                <a:close/>
              </a:path>
              <a:path w="1636395" h="206375">
                <a:moveTo>
                  <a:pt x="1215898" y="39065"/>
                </a:moveTo>
                <a:lnTo>
                  <a:pt x="1120775" y="39065"/>
                </a:lnTo>
                <a:lnTo>
                  <a:pt x="1120775" y="61379"/>
                </a:lnTo>
                <a:lnTo>
                  <a:pt x="1215898" y="61379"/>
                </a:lnTo>
                <a:lnTo>
                  <a:pt x="1215898" y="39065"/>
                </a:lnTo>
                <a:close/>
              </a:path>
              <a:path w="1636395" h="206375">
                <a:moveTo>
                  <a:pt x="1278369" y="39065"/>
                </a:moveTo>
                <a:lnTo>
                  <a:pt x="1229995" y="39065"/>
                </a:lnTo>
                <a:lnTo>
                  <a:pt x="1229995" y="166522"/>
                </a:lnTo>
                <a:lnTo>
                  <a:pt x="1257465" y="166522"/>
                </a:lnTo>
                <a:lnTo>
                  <a:pt x="1257465" y="115823"/>
                </a:lnTo>
                <a:lnTo>
                  <a:pt x="1298751" y="115823"/>
                </a:lnTo>
                <a:lnTo>
                  <a:pt x="1297647" y="113703"/>
                </a:lnTo>
                <a:lnTo>
                  <a:pt x="1308162" y="109022"/>
                </a:lnTo>
                <a:lnTo>
                  <a:pt x="1315308" y="101620"/>
                </a:lnTo>
                <a:lnTo>
                  <a:pt x="1317929" y="94767"/>
                </a:lnTo>
                <a:lnTo>
                  <a:pt x="1256919" y="94767"/>
                </a:lnTo>
                <a:lnTo>
                  <a:pt x="1256919" y="60871"/>
                </a:lnTo>
                <a:lnTo>
                  <a:pt x="1318640" y="60871"/>
                </a:lnTo>
                <a:lnTo>
                  <a:pt x="1318428" y="59921"/>
                </a:lnTo>
                <a:lnTo>
                  <a:pt x="1289787" y="39566"/>
                </a:lnTo>
                <a:lnTo>
                  <a:pt x="1278369" y="39065"/>
                </a:lnTo>
                <a:close/>
              </a:path>
              <a:path w="1636395" h="206375">
                <a:moveTo>
                  <a:pt x="1298751" y="115823"/>
                </a:moveTo>
                <a:lnTo>
                  <a:pt x="1270876" y="115823"/>
                </a:lnTo>
                <a:lnTo>
                  <a:pt x="1294765" y="166522"/>
                </a:lnTo>
                <a:lnTo>
                  <a:pt x="1325130" y="166522"/>
                </a:lnTo>
                <a:lnTo>
                  <a:pt x="1298751" y="115823"/>
                </a:lnTo>
                <a:close/>
              </a:path>
              <a:path w="1636395" h="206375">
                <a:moveTo>
                  <a:pt x="1318640" y="60871"/>
                </a:moveTo>
                <a:lnTo>
                  <a:pt x="1288681" y="60871"/>
                </a:lnTo>
                <a:lnTo>
                  <a:pt x="1293558" y="65468"/>
                </a:lnTo>
                <a:lnTo>
                  <a:pt x="1293558" y="90119"/>
                </a:lnTo>
                <a:lnTo>
                  <a:pt x="1288681" y="94767"/>
                </a:lnTo>
                <a:lnTo>
                  <a:pt x="1317929" y="94767"/>
                </a:lnTo>
                <a:lnTo>
                  <a:pt x="1319380" y="90973"/>
                </a:lnTo>
                <a:lnTo>
                  <a:pt x="1320673" y="76555"/>
                </a:lnTo>
                <a:lnTo>
                  <a:pt x="1320122" y="67483"/>
                </a:lnTo>
                <a:lnTo>
                  <a:pt x="1318640" y="60871"/>
                </a:lnTo>
                <a:close/>
              </a:path>
              <a:path w="1636395" h="206375">
                <a:moveTo>
                  <a:pt x="1419872" y="39065"/>
                </a:moveTo>
                <a:lnTo>
                  <a:pt x="1340421" y="39065"/>
                </a:lnTo>
                <a:lnTo>
                  <a:pt x="1340421" y="61379"/>
                </a:lnTo>
                <a:lnTo>
                  <a:pt x="1388795" y="61379"/>
                </a:lnTo>
                <a:lnTo>
                  <a:pt x="1337945" y="148501"/>
                </a:lnTo>
                <a:lnTo>
                  <a:pt x="1337945" y="166522"/>
                </a:lnTo>
                <a:lnTo>
                  <a:pt x="1422387" y="166522"/>
                </a:lnTo>
                <a:lnTo>
                  <a:pt x="1422387" y="144208"/>
                </a:lnTo>
                <a:lnTo>
                  <a:pt x="1368806" y="144208"/>
                </a:lnTo>
                <a:lnTo>
                  <a:pt x="1419872" y="57073"/>
                </a:lnTo>
                <a:lnTo>
                  <a:pt x="1419872" y="39065"/>
                </a:lnTo>
                <a:close/>
              </a:path>
              <a:path w="1636395" h="206375">
                <a:moveTo>
                  <a:pt x="1520202" y="39065"/>
                </a:moveTo>
                <a:lnTo>
                  <a:pt x="1439710" y="39065"/>
                </a:lnTo>
                <a:lnTo>
                  <a:pt x="1439710" y="166522"/>
                </a:lnTo>
                <a:lnTo>
                  <a:pt x="1520913" y="166522"/>
                </a:lnTo>
                <a:lnTo>
                  <a:pt x="1520913" y="144208"/>
                </a:lnTo>
                <a:lnTo>
                  <a:pt x="1466824" y="144208"/>
                </a:lnTo>
                <a:lnTo>
                  <a:pt x="1466824" y="113347"/>
                </a:lnTo>
                <a:lnTo>
                  <a:pt x="1512011" y="113347"/>
                </a:lnTo>
                <a:lnTo>
                  <a:pt x="1512011" y="91020"/>
                </a:lnTo>
                <a:lnTo>
                  <a:pt x="1466824" y="91020"/>
                </a:lnTo>
                <a:lnTo>
                  <a:pt x="1466824" y="61379"/>
                </a:lnTo>
                <a:lnTo>
                  <a:pt x="1520202" y="61379"/>
                </a:lnTo>
                <a:lnTo>
                  <a:pt x="1520202" y="39065"/>
                </a:lnTo>
                <a:close/>
              </a:path>
              <a:path w="1636395" h="206375">
                <a:moveTo>
                  <a:pt x="1564640" y="39065"/>
                </a:moveTo>
                <a:lnTo>
                  <a:pt x="1538033" y="39065"/>
                </a:lnTo>
                <a:lnTo>
                  <a:pt x="1538033" y="166522"/>
                </a:lnTo>
                <a:lnTo>
                  <a:pt x="1564640" y="166522"/>
                </a:lnTo>
                <a:lnTo>
                  <a:pt x="1564640" y="84950"/>
                </a:lnTo>
                <a:lnTo>
                  <a:pt x="1590033" y="84950"/>
                </a:lnTo>
                <a:lnTo>
                  <a:pt x="1564640" y="39065"/>
                </a:lnTo>
                <a:close/>
              </a:path>
              <a:path w="1636395" h="206375">
                <a:moveTo>
                  <a:pt x="1590033" y="84950"/>
                </a:moveTo>
                <a:lnTo>
                  <a:pt x="1564640" y="84950"/>
                </a:lnTo>
                <a:lnTo>
                  <a:pt x="1609775" y="166522"/>
                </a:lnTo>
                <a:lnTo>
                  <a:pt x="1636395" y="166522"/>
                </a:lnTo>
                <a:lnTo>
                  <a:pt x="1636395" y="120624"/>
                </a:lnTo>
                <a:lnTo>
                  <a:pt x="1609775" y="120624"/>
                </a:lnTo>
                <a:lnTo>
                  <a:pt x="1590033" y="84950"/>
                </a:lnTo>
                <a:close/>
              </a:path>
              <a:path w="1636395" h="206375">
                <a:moveTo>
                  <a:pt x="1636395" y="39065"/>
                </a:moveTo>
                <a:lnTo>
                  <a:pt x="1609775" y="39065"/>
                </a:lnTo>
                <a:lnTo>
                  <a:pt x="1609775" y="120624"/>
                </a:lnTo>
                <a:lnTo>
                  <a:pt x="1636395" y="120624"/>
                </a:lnTo>
                <a:lnTo>
                  <a:pt x="1636395" y="39065"/>
                </a:lnTo>
                <a:close/>
              </a:path>
              <a:path w="1636395" h="206375">
                <a:moveTo>
                  <a:pt x="1620354" y="0"/>
                </a:moveTo>
                <a:lnTo>
                  <a:pt x="1591411" y="0"/>
                </a:lnTo>
                <a:lnTo>
                  <a:pt x="1576425" y="28181"/>
                </a:lnTo>
                <a:lnTo>
                  <a:pt x="1595856" y="28181"/>
                </a:lnTo>
                <a:lnTo>
                  <a:pt x="1620354" y="0"/>
                </a:lnTo>
                <a:close/>
              </a:path>
            </a:pathLst>
          </a:custGeom>
          <a:solidFill>
            <a:srgbClr val="6524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11322" y="4039125"/>
            <a:ext cx="1092835" cy="132080"/>
          </a:xfrm>
          <a:custGeom>
            <a:avLst/>
            <a:gdLst/>
            <a:ahLst/>
            <a:cxnLst/>
            <a:rect l="l" t="t" r="r" b="b"/>
            <a:pathLst>
              <a:path w="1092835" h="132079">
                <a:moveTo>
                  <a:pt x="80505" y="1968"/>
                </a:moveTo>
                <a:lnTo>
                  <a:pt x="0" y="1968"/>
                </a:lnTo>
                <a:lnTo>
                  <a:pt x="0" y="129425"/>
                </a:lnTo>
                <a:lnTo>
                  <a:pt x="81216" y="129425"/>
                </a:lnTo>
                <a:lnTo>
                  <a:pt x="81216" y="107111"/>
                </a:lnTo>
                <a:lnTo>
                  <a:pt x="27127" y="107111"/>
                </a:lnTo>
                <a:lnTo>
                  <a:pt x="27127" y="76250"/>
                </a:lnTo>
                <a:lnTo>
                  <a:pt x="72301" y="76250"/>
                </a:lnTo>
                <a:lnTo>
                  <a:pt x="72301" y="53936"/>
                </a:lnTo>
                <a:lnTo>
                  <a:pt x="27127" y="53936"/>
                </a:lnTo>
                <a:lnTo>
                  <a:pt x="27127" y="24282"/>
                </a:lnTo>
                <a:lnTo>
                  <a:pt x="80505" y="24282"/>
                </a:lnTo>
                <a:lnTo>
                  <a:pt x="80505" y="1968"/>
                </a:lnTo>
                <a:close/>
              </a:path>
              <a:path w="1092835" h="132079">
                <a:moveTo>
                  <a:pt x="217792" y="95872"/>
                </a:moveTo>
                <a:lnTo>
                  <a:pt x="196900" y="109080"/>
                </a:lnTo>
                <a:lnTo>
                  <a:pt x="200787" y="115658"/>
                </a:lnTo>
                <a:lnTo>
                  <a:pt x="204177" y="119405"/>
                </a:lnTo>
                <a:lnTo>
                  <a:pt x="245427" y="131546"/>
                </a:lnTo>
                <a:lnTo>
                  <a:pt x="255253" y="130966"/>
                </a:lnTo>
                <a:lnTo>
                  <a:pt x="256180" y="130966"/>
                </a:lnTo>
                <a:lnTo>
                  <a:pt x="289277" y="109564"/>
                </a:lnTo>
                <a:lnTo>
                  <a:pt x="289361" y="109232"/>
                </a:lnTo>
                <a:lnTo>
                  <a:pt x="245618" y="109232"/>
                </a:lnTo>
                <a:lnTo>
                  <a:pt x="236258" y="108448"/>
                </a:lnTo>
                <a:lnTo>
                  <a:pt x="228666" y="106029"/>
                </a:lnTo>
                <a:lnTo>
                  <a:pt x="222611" y="101883"/>
                </a:lnTo>
                <a:lnTo>
                  <a:pt x="217792" y="95872"/>
                </a:lnTo>
                <a:close/>
              </a:path>
              <a:path w="1092835" h="132079">
                <a:moveTo>
                  <a:pt x="125679" y="1968"/>
                </a:moveTo>
                <a:lnTo>
                  <a:pt x="98501" y="1968"/>
                </a:lnTo>
                <a:lnTo>
                  <a:pt x="98501" y="129425"/>
                </a:lnTo>
                <a:lnTo>
                  <a:pt x="125679" y="129425"/>
                </a:lnTo>
                <a:lnTo>
                  <a:pt x="125679" y="85712"/>
                </a:lnTo>
                <a:lnTo>
                  <a:pt x="135280" y="73012"/>
                </a:lnTo>
                <a:lnTo>
                  <a:pt x="164062" y="73012"/>
                </a:lnTo>
                <a:lnTo>
                  <a:pt x="153261" y="54635"/>
                </a:lnTo>
                <a:lnTo>
                  <a:pt x="153149" y="54444"/>
                </a:lnTo>
                <a:lnTo>
                  <a:pt x="154005" y="53378"/>
                </a:lnTo>
                <a:lnTo>
                  <a:pt x="125679" y="53378"/>
                </a:lnTo>
                <a:lnTo>
                  <a:pt x="125679" y="1968"/>
                </a:lnTo>
                <a:close/>
              </a:path>
              <a:path w="1092835" h="132079">
                <a:moveTo>
                  <a:pt x="164062" y="73012"/>
                </a:moveTo>
                <a:lnTo>
                  <a:pt x="135280" y="73012"/>
                </a:lnTo>
                <a:lnTo>
                  <a:pt x="165217" y="129287"/>
                </a:lnTo>
                <a:lnTo>
                  <a:pt x="165290" y="129425"/>
                </a:lnTo>
                <a:lnTo>
                  <a:pt x="197218" y="129425"/>
                </a:lnTo>
                <a:lnTo>
                  <a:pt x="164062" y="73012"/>
                </a:lnTo>
                <a:close/>
              </a:path>
              <a:path w="1092835" h="132079">
                <a:moveTo>
                  <a:pt x="245973" y="0"/>
                </a:moveTo>
                <a:lnTo>
                  <a:pt x="227459" y="2474"/>
                </a:lnTo>
                <a:lnTo>
                  <a:pt x="213860" y="9740"/>
                </a:lnTo>
                <a:lnTo>
                  <a:pt x="205477" y="21559"/>
                </a:lnTo>
                <a:lnTo>
                  <a:pt x="202615" y="37693"/>
                </a:lnTo>
                <a:lnTo>
                  <a:pt x="204506" y="51153"/>
                </a:lnTo>
                <a:lnTo>
                  <a:pt x="204586" y="51724"/>
                </a:lnTo>
                <a:lnTo>
                  <a:pt x="210902" y="62371"/>
                </a:lnTo>
                <a:lnTo>
                  <a:pt x="222171" y="70267"/>
                </a:lnTo>
                <a:lnTo>
                  <a:pt x="239001" y="76047"/>
                </a:lnTo>
                <a:lnTo>
                  <a:pt x="256705" y="80492"/>
                </a:lnTo>
                <a:lnTo>
                  <a:pt x="260248" y="82829"/>
                </a:lnTo>
                <a:lnTo>
                  <a:pt x="263639" y="85001"/>
                </a:lnTo>
                <a:lnTo>
                  <a:pt x="265607" y="89103"/>
                </a:lnTo>
                <a:lnTo>
                  <a:pt x="265607" y="104076"/>
                </a:lnTo>
                <a:lnTo>
                  <a:pt x="258978" y="109232"/>
                </a:lnTo>
                <a:lnTo>
                  <a:pt x="289361" y="109232"/>
                </a:lnTo>
                <a:lnTo>
                  <a:pt x="291229" y="101883"/>
                </a:lnTo>
                <a:lnTo>
                  <a:pt x="291871" y="92837"/>
                </a:lnTo>
                <a:lnTo>
                  <a:pt x="291092" y="83373"/>
                </a:lnTo>
                <a:lnTo>
                  <a:pt x="262713" y="57293"/>
                </a:lnTo>
                <a:lnTo>
                  <a:pt x="252552" y="54635"/>
                </a:lnTo>
                <a:lnTo>
                  <a:pt x="241096" y="51153"/>
                </a:lnTo>
                <a:lnTo>
                  <a:pt x="233797" y="47290"/>
                </a:lnTo>
                <a:lnTo>
                  <a:pt x="229942" y="42457"/>
                </a:lnTo>
                <a:lnTo>
                  <a:pt x="228815" y="36068"/>
                </a:lnTo>
                <a:lnTo>
                  <a:pt x="228815" y="27165"/>
                </a:lnTo>
                <a:lnTo>
                  <a:pt x="234886" y="21945"/>
                </a:lnTo>
                <a:lnTo>
                  <a:pt x="286588" y="21945"/>
                </a:lnTo>
                <a:lnTo>
                  <a:pt x="288480" y="20739"/>
                </a:lnTo>
                <a:lnTo>
                  <a:pt x="281245" y="11610"/>
                </a:lnTo>
                <a:lnTo>
                  <a:pt x="271837" y="5135"/>
                </a:lnTo>
                <a:lnTo>
                  <a:pt x="260123" y="1277"/>
                </a:lnTo>
                <a:lnTo>
                  <a:pt x="245973" y="0"/>
                </a:lnTo>
                <a:close/>
              </a:path>
              <a:path w="1092835" h="132079">
                <a:moveTo>
                  <a:pt x="195249" y="1968"/>
                </a:moveTo>
                <a:lnTo>
                  <a:pt x="163106" y="1968"/>
                </a:lnTo>
                <a:lnTo>
                  <a:pt x="125679" y="53378"/>
                </a:lnTo>
                <a:lnTo>
                  <a:pt x="154005" y="53378"/>
                </a:lnTo>
                <a:lnTo>
                  <a:pt x="195249" y="1968"/>
                </a:lnTo>
                <a:close/>
              </a:path>
              <a:path w="1092835" h="132079">
                <a:moveTo>
                  <a:pt x="286588" y="21945"/>
                </a:moveTo>
                <a:lnTo>
                  <a:pt x="245262" y="21945"/>
                </a:lnTo>
                <a:lnTo>
                  <a:pt x="252323" y="22637"/>
                </a:lnTo>
                <a:lnTo>
                  <a:pt x="258364" y="24772"/>
                </a:lnTo>
                <a:lnTo>
                  <a:pt x="263559" y="28444"/>
                </a:lnTo>
                <a:lnTo>
                  <a:pt x="268084" y="33743"/>
                </a:lnTo>
                <a:lnTo>
                  <a:pt x="286588" y="21945"/>
                </a:lnTo>
                <a:close/>
              </a:path>
              <a:path w="1092835" h="132079">
                <a:moveTo>
                  <a:pt x="349694" y="1968"/>
                </a:moveTo>
                <a:lnTo>
                  <a:pt x="306120" y="1968"/>
                </a:lnTo>
                <a:lnTo>
                  <a:pt x="306120" y="129425"/>
                </a:lnTo>
                <a:lnTo>
                  <a:pt x="333641" y="129425"/>
                </a:lnTo>
                <a:lnTo>
                  <a:pt x="333641" y="85001"/>
                </a:lnTo>
                <a:lnTo>
                  <a:pt x="349694" y="85001"/>
                </a:lnTo>
                <a:lnTo>
                  <a:pt x="388615" y="70428"/>
                </a:lnTo>
                <a:lnTo>
                  <a:pt x="392210" y="63042"/>
                </a:lnTo>
                <a:lnTo>
                  <a:pt x="333082" y="63042"/>
                </a:lnTo>
                <a:lnTo>
                  <a:pt x="333082" y="23774"/>
                </a:lnTo>
                <a:lnTo>
                  <a:pt x="392126" y="23774"/>
                </a:lnTo>
                <a:lnTo>
                  <a:pt x="389574" y="17923"/>
                </a:lnTo>
                <a:lnTo>
                  <a:pt x="385203" y="12141"/>
                </a:lnTo>
                <a:lnTo>
                  <a:pt x="379255" y="7476"/>
                </a:lnTo>
                <a:lnTo>
                  <a:pt x="371735" y="4321"/>
                </a:lnTo>
                <a:lnTo>
                  <a:pt x="362072" y="2532"/>
                </a:lnTo>
                <a:lnTo>
                  <a:pt x="349694" y="1968"/>
                </a:lnTo>
                <a:close/>
              </a:path>
              <a:path w="1092835" h="132079">
                <a:moveTo>
                  <a:pt x="392126" y="23774"/>
                </a:moveTo>
                <a:lnTo>
                  <a:pt x="349885" y="23774"/>
                </a:lnTo>
                <a:lnTo>
                  <a:pt x="358067" y="24827"/>
                </a:lnTo>
                <a:lnTo>
                  <a:pt x="363537" y="28219"/>
                </a:lnTo>
                <a:lnTo>
                  <a:pt x="366597" y="34297"/>
                </a:lnTo>
                <a:lnTo>
                  <a:pt x="367550" y="43408"/>
                </a:lnTo>
                <a:lnTo>
                  <a:pt x="366597" y="52493"/>
                </a:lnTo>
                <a:lnTo>
                  <a:pt x="363537" y="58573"/>
                </a:lnTo>
                <a:lnTo>
                  <a:pt x="358067" y="61980"/>
                </a:lnTo>
                <a:lnTo>
                  <a:pt x="349885" y="63042"/>
                </a:lnTo>
                <a:lnTo>
                  <a:pt x="392210" y="63042"/>
                </a:lnTo>
                <a:lnTo>
                  <a:pt x="394212" y="54324"/>
                </a:lnTo>
                <a:lnTo>
                  <a:pt x="394868" y="43408"/>
                </a:lnTo>
                <a:lnTo>
                  <a:pt x="394372" y="34297"/>
                </a:lnTo>
                <a:lnTo>
                  <a:pt x="394311" y="33183"/>
                </a:lnTo>
                <a:lnTo>
                  <a:pt x="392582" y="24827"/>
                </a:lnTo>
                <a:lnTo>
                  <a:pt x="392126" y="23774"/>
                </a:lnTo>
                <a:close/>
              </a:path>
              <a:path w="1092835" h="132079">
                <a:moveTo>
                  <a:pt x="458571" y="1968"/>
                </a:moveTo>
                <a:lnTo>
                  <a:pt x="410197" y="1968"/>
                </a:lnTo>
                <a:lnTo>
                  <a:pt x="410197" y="129425"/>
                </a:lnTo>
                <a:lnTo>
                  <a:pt x="437680" y="129425"/>
                </a:lnTo>
                <a:lnTo>
                  <a:pt x="437680" y="78727"/>
                </a:lnTo>
                <a:lnTo>
                  <a:pt x="478953" y="78727"/>
                </a:lnTo>
                <a:lnTo>
                  <a:pt x="477850" y="76606"/>
                </a:lnTo>
                <a:lnTo>
                  <a:pt x="488364" y="71925"/>
                </a:lnTo>
                <a:lnTo>
                  <a:pt x="495511" y="64523"/>
                </a:lnTo>
                <a:lnTo>
                  <a:pt x="498132" y="57670"/>
                </a:lnTo>
                <a:lnTo>
                  <a:pt x="437121" y="57670"/>
                </a:lnTo>
                <a:lnTo>
                  <a:pt x="437121" y="23774"/>
                </a:lnTo>
                <a:lnTo>
                  <a:pt x="498838" y="23774"/>
                </a:lnTo>
                <a:lnTo>
                  <a:pt x="498625" y="22825"/>
                </a:lnTo>
                <a:lnTo>
                  <a:pt x="469990" y="2469"/>
                </a:lnTo>
                <a:lnTo>
                  <a:pt x="458571" y="1968"/>
                </a:lnTo>
                <a:close/>
              </a:path>
              <a:path w="1092835" h="132079">
                <a:moveTo>
                  <a:pt x="478953" y="78727"/>
                </a:moveTo>
                <a:lnTo>
                  <a:pt x="451078" y="78727"/>
                </a:lnTo>
                <a:lnTo>
                  <a:pt x="474967" y="129425"/>
                </a:lnTo>
                <a:lnTo>
                  <a:pt x="505320" y="129425"/>
                </a:lnTo>
                <a:lnTo>
                  <a:pt x="478953" y="78727"/>
                </a:lnTo>
                <a:close/>
              </a:path>
              <a:path w="1092835" h="132079">
                <a:moveTo>
                  <a:pt x="498838" y="23774"/>
                </a:moveTo>
                <a:lnTo>
                  <a:pt x="468896" y="23774"/>
                </a:lnTo>
                <a:lnTo>
                  <a:pt x="473748" y="28371"/>
                </a:lnTo>
                <a:lnTo>
                  <a:pt x="473748" y="53022"/>
                </a:lnTo>
                <a:lnTo>
                  <a:pt x="468896" y="57670"/>
                </a:lnTo>
                <a:lnTo>
                  <a:pt x="498132" y="57670"/>
                </a:lnTo>
                <a:lnTo>
                  <a:pt x="499583" y="53876"/>
                </a:lnTo>
                <a:lnTo>
                  <a:pt x="500875" y="39458"/>
                </a:lnTo>
                <a:lnTo>
                  <a:pt x="500322" y="30387"/>
                </a:lnTo>
                <a:lnTo>
                  <a:pt x="498838" y="23774"/>
                </a:lnTo>
                <a:close/>
              </a:path>
              <a:path w="1092835" h="132079">
                <a:moveTo>
                  <a:pt x="601179" y="1968"/>
                </a:moveTo>
                <a:lnTo>
                  <a:pt x="520674" y="1968"/>
                </a:lnTo>
                <a:lnTo>
                  <a:pt x="520674" y="129425"/>
                </a:lnTo>
                <a:lnTo>
                  <a:pt x="601891" y="129425"/>
                </a:lnTo>
                <a:lnTo>
                  <a:pt x="601891" y="107111"/>
                </a:lnTo>
                <a:lnTo>
                  <a:pt x="547801" y="107111"/>
                </a:lnTo>
                <a:lnTo>
                  <a:pt x="547801" y="76250"/>
                </a:lnTo>
                <a:lnTo>
                  <a:pt x="592988" y="76250"/>
                </a:lnTo>
                <a:lnTo>
                  <a:pt x="592988" y="53936"/>
                </a:lnTo>
                <a:lnTo>
                  <a:pt x="547801" y="53936"/>
                </a:lnTo>
                <a:lnTo>
                  <a:pt x="547801" y="24282"/>
                </a:lnTo>
                <a:lnTo>
                  <a:pt x="601179" y="24282"/>
                </a:lnTo>
                <a:lnTo>
                  <a:pt x="601179" y="1968"/>
                </a:lnTo>
                <a:close/>
              </a:path>
              <a:path w="1092835" h="132079">
                <a:moveTo>
                  <a:pt x="633310" y="95872"/>
                </a:moveTo>
                <a:lnTo>
                  <a:pt x="612419" y="109080"/>
                </a:lnTo>
                <a:lnTo>
                  <a:pt x="616305" y="115658"/>
                </a:lnTo>
                <a:lnTo>
                  <a:pt x="619696" y="119405"/>
                </a:lnTo>
                <a:lnTo>
                  <a:pt x="660933" y="131546"/>
                </a:lnTo>
                <a:lnTo>
                  <a:pt x="670765" y="130966"/>
                </a:lnTo>
                <a:lnTo>
                  <a:pt x="671693" y="130966"/>
                </a:lnTo>
                <a:lnTo>
                  <a:pt x="704796" y="109564"/>
                </a:lnTo>
                <a:lnTo>
                  <a:pt x="704880" y="109232"/>
                </a:lnTo>
                <a:lnTo>
                  <a:pt x="661149" y="109232"/>
                </a:lnTo>
                <a:lnTo>
                  <a:pt x="651789" y="108448"/>
                </a:lnTo>
                <a:lnTo>
                  <a:pt x="644196" y="106029"/>
                </a:lnTo>
                <a:lnTo>
                  <a:pt x="638137" y="101883"/>
                </a:lnTo>
                <a:lnTo>
                  <a:pt x="633310" y="95872"/>
                </a:lnTo>
                <a:close/>
              </a:path>
              <a:path w="1092835" h="132079">
                <a:moveTo>
                  <a:pt x="661504" y="0"/>
                </a:moveTo>
                <a:lnTo>
                  <a:pt x="642983" y="2474"/>
                </a:lnTo>
                <a:lnTo>
                  <a:pt x="629380" y="9740"/>
                </a:lnTo>
                <a:lnTo>
                  <a:pt x="620996" y="21559"/>
                </a:lnTo>
                <a:lnTo>
                  <a:pt x="618134" y="37693"/>
                </a:lnTo>
                <a:lnTo>
                  <a:pt x="620024" y="51153"/>
                </a:lnTo>
                <a:lnTo>
                  <a:pt x="654519" y="76047"/>
                </a:lnTo>
                <a:lnTo>
                  <a:pt x="672223" y="80492"/>
                </a:lnTo>
                <a:lnTo>
                  <a:pt x="675754" y="82829"/>
                </a:lnTo>
                <a:lnTo>
                  <a:pt x="679145" y="85001"/>
                </a:lnTo>
                <a:lnTo>
                  <a:pt x="681126" y="89103"/>
                </a:lnTo>
                <a:lnTo>
                  <a:pt x="681126" y="104076"/>
                </a:lnTo>
                <a:lnTo>
                  <a:pt x="674497" y="109232"/>
                </a:lnTo>
                <a:lnTo>
                  <a:pt x="704880" y="109232"/>
                </a:lnTo>
                <a:lnTo>
                  <a:pt x="706747" y="101883"/>
                </a:lnTo>
                <a:lnTo>
                  <a:pt x="707390" y="92837"/>
                </a:lnTo>
                <a:lnTo>
                  <a:pt x="706610" y="83373"/>
                </a:lnTo>
                <a:lnTo>
                  <a:pt x="678232" y="57293"/>
                </a:lnTo>
                <a:lnTo>
                  <a:pt x="668070" y="54635"/>
                </a:lnTo>
                <a:lnTo>
                  <a:pt x="656616" y="51153"/>
                </a:lnTo>
                <a:lnTo>
                  <a:pt x="649322" y="47290"/>
                </a:lnTo>
                <a:lnTo>
                  <a:pt x="645471" y="42457"/>
                </a:lnTo>
                <a:lnTo>
                  <a:pt x="644347" y="36068"/>
                </a:lnTo>
                <a:lnTo>
                  <a:pt x="644347" y="27165"/>
                </a:lnTo>
                <a:lnTo>
                  <a:pt x="650417" y="21945"/>
                </a:lnTo>
                <a:lnTo>
                  <a:pt x="702108" y="21945"/>
                </a:lnTo>
                <a:lnTo>
                  <a:pt x="703999" y="20739"/>
                </a:lnTo>
                <a:lnTo>
                  <a:pt x="696770" y="11610"/>
                </a:lnTo>
                <a:lnTo>
                  <a:pt x="687362" y="5135"/>
                </a:lnTo>
                <a:lnTo>
                  <a:pt x="675649" y="1277"/>
                </a:lnTo>
                <a:lnTo>
                  <a:pt x="661504" y="0"/>
                </a:lnTo>
                <a:close/>
              </a:path>
              <a:path w="1092835" h="132079">
                <a:moveTo>
                  <a:pt x="702108" y="21945"/>
                </a:moveTo>
                <a:lnTo>
                  <a:pt x="660793" y="21945"/>
                </a:lnTo>
                <a:lnTo>
                  <a:pt x="667847" y="22637"/>
                </a:lnTo>
                <a:lnTo>
                  <a:pt x="673885" y="24772"/>
                </a:lnTo>
                <a:lnTo>
                  <a:pt x="679083" y="28444"/>
                </a:lnTo>
                <a:lnTo>
                  <a:pt x="683615" y="33743"/>
                </a:lnTo>
                <a:lnTo>
                  <a:pt x="702108" y="21945"/>
                </a:lnTo>
                <a:close/>
              </a:path>
              <a:path w="1092835" h="132079">
                <a:moveTo>
                  <a:pt x="769632" y="0"/>
                </a:moveTo>
                <a:lnTo>
                  <a:pt x="732142" y="13055"/>
                </a:lnTo>
                <a:lnTo>
                  <a:pt x="721461" y="50698"/>
                </a:lnTo>
                <a:lnTo>
                  <a:pt x="721461" y="80695"/>
                </a:lnTo>
                <a:lnTo>
                  <a:pt x="737219" y="123123"/>
                </a:lnTo>
                <a:lnTo>
                  <a:pt x="769632" y="131406"/>
                </a:lnTo>
                <a:lnTo>
                  <a:pt x="781996" y="130675"/>
                </a:lnTo>
                <a:lnTo>
                  <a:pt x="813308" y="109232"/>
                </a:lnTo>
                <a:lnTo>
                  <a:pt x="769632" y="109232"/>
                </a:lnTo>
                <a:lnTo>
                  <a:pt x="759847" y="107677"/>
                </a:lnTo>
                <a:lnTo>
                  <a:pt x="753464" y="102512"/>
                </a:lnTo>
                <a:lnTo>
                  <a:pt x="749992" y="92993"/>
                </a:lnTo>
                <a:lnTo>
                  <a:pt x="748944" y="78371"/>
                </a:lnTo>
                <a:lnTo>
                  <a:pt x="748944" y="53022"/>
                </a:lnTo>
                <a:lnTo>
                  <a:pt x="769835" y="22161"/>
                </a:lnTo>
                <a:lnTo>
                  <a:pt x="813456" y="22161"/>
                </a:lnTo>
                <a:lnTo>
                  <a:pt x="813270" y="21634"/>
                </a:lnTo>
                <a:lnTo>
                  <a:pt x="809256" y="15176"/>
                </a:lnTo>
                <a:lnTo>
                  <a:pt x="802251" y="8299"/>
                </a:lnTo>
                <a:lnTo>
                  <a:pt x="793540" y="3582"/>
                </a:lnTo>
                <a:lnTo>
                  <a:pt x="782781" y="869"/>
                </a:lnTo>
                <a:lnTo>
                  <a:pt x="769632" y="0"/>
                </a:lnTo>
                <a:close/>
              </a:path>
              <a:path w="1092835" h="132079">
                <a:moveTo>
                  <a:pt x="813456" y="22161"/>
                </a:moveTo>
                <a:lnTo>
                  <a:pt x="769835" y="22161"/>
                </a:lnTo>
                <a:lnTo>
                  <a:pt x="779621" y="23717"/>
                </a:lnTo>
                <a:lnTo>
                  <a:pt x="786004" y="28881"/>
                </a:lnTo>
                <a:lnTo>
                  <a:pt x="789475" y="38401"/>
                </a:lnTo>
                <a:lnTo>
                  <a:pt x="790524" y="53022"/>
                </a:lnTo>
                <a:lnTo>
                  <a:pt x="790524" y="78371"/>
                </a:lnTo>
                <a:lnTo>
                  <a:pt x="789505" y="92531"/>
                </a:lnTo>
                <a:lnTo>
                  <a:pt x="789472" y="92993"/>
                </a:lnTo>
                <a:lnTo>
                  <a:pt x="785979" y="102512"/>
                </a:lnTo>
                <a:lnTo>
                  <a:pt x="779535" y="107677"/>
                </a:lnTo>
                <a:lnTo>
                  <a:pt x="769632" y="109232"/>
                </a:lnTo>
                <a:lnTo>
                  <a:pt x="813308" y="109232"/>
                </a:lnTo>
                <a:lnTo>
                  <a:pt x="815609" y="103603"/>
                </a:lnTo>
                <a:lnTo>
                  <a:pt x="817441" y="93478"/>
                </a:lnTo>
                <a:lnTo>
                  <a:pt x="818007" y="80695"/>
                </a:lnTo>
                <a:lnTo>
                  <a:pt x="818007" y="50698"/>
                </a:lnTo>
                <a:lnTo>
                  <a:pt x="817522" y="38825"/>
                </a:lnTo>
                <a:lnTo>
                  <a:pt x="815984" y="29327"/>
                </a:lnTo>
                <a:lnTo>
                  <a:pt x="813456" y="22161"/>
                </a:lnTo>
                <a:close/>
              </a:path>
              <a:path w="1092835" h="132079">
                <a:moveTo>
                  <a:pt x="854468" y="1968"/>
                </a:moveTo>
                <a:lnTo>
                  <a:pt x="826998" y="1968"/>
                </a:lnTo>
                <a:lnTo>
                  <a:pt x="859472" y="129425"/>
                </a:lnTo>
                <a:lnTo>
                  <a:pt x="884275" y="129425"/>
                </a:lnTo>
                <a:lnTo>
                  <a:pt x="894206" y="92837"/>
                </a:lnTo>
                <a:lnTo>
                  <a:pt x="873188" y="92837"/>
                </a:lnTo>
                <a:lnTo>
                  <a:pt x="854468" y="1968"/>
                </a:lnTo>
                <a:close/>
              </a:path>
              <a:path w="1092835" h="132079">
                <a:moveTo>
                  <a:pt x="928726" y="45339"/>
                </a:moveTo>
                <a:lnTo>
                  <a:pt x="907097" y="45339"/>
                </a:lnTo>
                <a:lnTo>
                  <a:pt x="929970" y="129425"/>
                </a:lnTo>
                <a:lnTo>
                  <a:pt x="954608" y="129425"/>
                </a:lnTo>
                <a:lnTo>
                  <a:pt x="963977" y="92837"/>
                </a:lnTo>
                <a:lnTo>
                  <a:pt x="940841" y="92837"/>
                </a:lnTo>
                <a:lnTo>
                  <a:pt x="928726" y="45339"/>
                </a:lnTo>
                <a:close/>
              </a:path>
              <a:path w="1092835" h="132079">
                <a:moveTo>
                  <a:pt x="917663" y="1968"/>
                </a:moveTo>
                <a:lnTo>
                  <a:pt x="896416" y="1968"/>
                </a:lnTo>
                <a:lnTo>
                  <a:pt x="873188" y="92837"/>
                </a:lnTo>
                <a:lnTo>
                  <a:pt x="894206" y="92837"/>
                </a:lnTo>
                <a:lnTo>
                  <a:pt x="907097" y="45339"/>
                </a:lnTo>
                <a:lnTo>
                  <a:pt x="928726" y="45339"/>
                </a:lnTo>
                <a:lnTo>
                  <a:pt x="917663" y="1968"/>
                </a:lnTo>
                <a:close/>
              </a:path>
              <a:path w="1092835" h="132079">
                <a:moveTo>
                  <a:pt x="987247" y="1968"/>
                </a:moveTo>
                <a:lnTo>
                  <a:pt x="959764" y="1968"/>
                </a:lnTo>
                <a:lnTo>
                  <a:pt x="940841" y="92837"/>
                </a:lnTo>
                <a:lnTo>
                  <a:pt x="963977" y="92837"/>
                </a:lnTo>
                <a:lnTo>
                  <a:pt x="987247" y="1968"/>
                </a:lnTo>
                <a:close/>
              </a:path>
              <a:path w="1092835" h="132079">
                <a:moveTo>
                  <a:pt x="1044346" y="0"/>
                </a:moveTo>
                <a:lnTo>
                  <a:pt x="1006856" y="13055"/>
                </a:lnTo>
                <a:lnTo>
                  <a:pt x="996175" y="50698"/>
                </a:lnTo>
                <a:lnTo>
                  <a:pt x="996175" y="80695"/>
                </a:lnTo>
                <a:lnTo>
                  <a:pt x="1011933" y="123123"/>
                </a:lnTo>
                <a:lnTo>
                  <a:pt x="1044346" y="131406"/>
                </a:lnTo>
                <a:lnTo>
                  <a:pt x="1056710" y="130675"/>
                </a:lnTo>
                <a:lnTo>
                  <a:pt x="1088022" y="109232"/>
                </a:lnTo>
                <a:lnTo>
                  <a:pt x="1044346" y="109232"/>
                </a:lnTo>
                <a:lnTo>
                  <a:pt x="1034561" y="107677"/>
                </a:lnTo>
                <a:lnTo>
                  <a:pt x="1028177" y="102512"/>
                </a:lnTo>
                <a:lnTo>
                  <a:pt x="1024706" y="92993"/>
                </a:lnTo>
                <a:lnTo>
                  <a:pt x="1023658" y="78371"/>
                </a:lnTo>
                <a:lnTo>
                  <a:pt x="1023658" y="53022"/>
                </a:lnTo>
                <a:lnTo>
                  <a:pt x="1044549" y="22161"/>
                </a:lnTo>
                <a:lnTo>
                  <a:pt x="1088170" y="22161"/>
                </a:lnTo>
                <a:lnTo>
                  <a:pt x="1087984" y="21634"/>
                </a:lnTo>
                <a:lnTo>
                  <a:pt x="1083970" y="15176"/>
                </a:lnTo>
                <a:lnTo>
                  <a:pt x="1076964" y="8299"/>
                </a:lnTo>
                <a:lnTo>
                  <a:pt x="1068254" y="3582"/>
                </a:lnTo>
                <a:lnTo>
                  <a:pt x="1057495" y="869"/>
                </a:lnTo>
                <a:lnTo>
                  <a:pt x="1044346" y="0"/>
                </a:lnTo>
                <a:close/>
              </a:path>
              <a:path w="1092835" h="132079">
                <a:moveTo>
                  <a:pt x="1088170" y="22161"/>
                </a:moveTo>
                <a:lnTo>
                  <a:pt x="1044549" y="22161"/>
                </a:lnTo>
                <a:lnTo>
                  <a:pt x="1054336" y="23717"/>
                </a:lnTo>
                <a:lnTo>
                  <a:pt x="1060724" y="28881"/>
                </a:lnTo>
                <a:lnTo>
                  <a:pt x="1064200" y="38401"/>
                </a:lnTo>
                <a:lnTo>
                  <a:pt x="1065250" y="53022"/>
                </a:lnTo>
                <a:lnTo>
                  <a:pt x="1065250" y="78371"/>
                </a:lnTo>
                <a:lnTo>
                  <a:pt x="1064230" y="92531"/>
                </a:lnTo>
                <a:lnTo>
                  <a:pt x="1064197" y="92993"/>
                </a:lnTo>
                <a:lnTo>
                  <a:pt x="1060699" y="102512"/>
                </a:lnTo>
                <a:lnTo>
                  <a:pt x="1054251" y="107677"/>
                </a:lnTo>
                <a:lnTo>
                  <a:pt x="1044346" y="109232"/>
                </a:lnTo>
                <a:lnTo>
                  <a:pt x="1088022" y="109232"/>
                </a:lnTo>
                <a:lnTo>
                  <a:pt x="1090323" y="103603"/>
                </a:lnTo>
                <a:lnTo>
                  <a:pt x="1092155" y="93478"/>
                </a:lnTo>
                <a:lnTo>
                  <a:pt x="1092720" y="80695"/>
                </a:lnTo>
                <a:lnTo>
                  <a:pt x="1092720" y="50698"/>
                </a:lnTo>
                <a:lnTo>
                  <a:pt x="1092235" y="38825"/>
                </a:lnTo>
                <a:lnTo>
                  <a:pt x="1090698" y="29327"/>
                </a:lnTo>
                <a:lnTo>
                  <a:pt x="1088170" y="22161"/>
                </a:lnTo>
                <a:close/>
              </a:path>
            </a:pathLst>
          </a:custGeom>
          <a:solidFill>
            <a:srgbClr val="65245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4133608" y="1889556"/>
            <a:ext cx="2030730" cy="1878964"/>
            <a:chOff x="4133608" y="1889556"/>
            <a:chExt cx="2030730" cy="1878964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33608" y="1889671"/>
              <a:ext cx="2030260" cy="187846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33732" y="1889556"/>
              <a:ext cx="2030454" cy="1878583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44775" y="1308345"/>
            <a:ext cx="1408188" cy="371405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4270124" y="3592865"/>
            <a:ext cx="882650" cy="132080"/>
          </a:xfrm>
          <a:custGeom>
            <a:avLst/>
            <a:gdLst/>
            <a:ahLst/>
            <a:cxnLst/>
            <a:rect l="l" t="t" r="r" b="b"/>
            <a:pathLst>
              <a:path w="882650" h="132079">
                <a:moveTo>
                  <a:pt x="20891" y="95897"/>
                </a:moveTo>
                <a:lnTo>
                  <a:pt x="0" y="109093"/>
                </a:lnTo>
                <a:lnTo>
                  <a:pt x="3898" y="115671"/>
                </a:lnTo>
                <a:lnTo>
                  <a:pt x="7289" y="119418"/>
                </a:lnTo>
                <a:lnTo>
                  <a:pt x="48526" y="131559"/>
                </a:lnTo>
                <a:lnTo>
                  <a:pt x="58353" y="130977"/>
                </a:lnTo>
                <a:lnTo>
                  <a:pt x="59279" y="130977"/>
                </a:lnTo>
                <a:lnTo>
                  <a:pt x="92376" y="109566"/>
                </a:lnTo>
                <a:lnTo>
                  <a:pt x="92458" y="109245"/>
                </a:lnTo>
                <a:lnTo>
                  <a:pt x="48729" y="109245"/>
                </a:lnTo>
                <a:lnTo>
                  <a:pt x="39370" y="108459"/>
                </a:lnTo>
                <a:lnTo>
                  <a:pt x="31776" y="106038"/>
                </a:lnTo>
                <a:lnTo>
                  <a:pt x="25707" y="101888"/>
                </a:lnTo>
                <a:lnTo>
                  <a:pt x="20891" y="95897"/>
                </a:lnTo>
                <a:close/>
              </a:path>
              <a:path w="882650" h="132079">
                <a:moveTo>
                  <a:pt x="49085" y="0"/>
                </a:moveTo>
                <a:lnTo>
                  <a:pt x="30564" y="2474"/>
                </a:lnTo>
                <a:lnTo>
                  <a:pt x="16960" y="9740"/>
                </a:lnTo>
                <a:lnTo>
                  <a:pt x="8576" y="21559"/>
                </a:lnTo>
                <a:lnTo>
                  <a:pt x="5715" y="37693"/>
                </a:lnTo>
                <a:lnTo>
                  <a:pt x="7605" y="51161"/>
                </a:lnTo>
                <a:lnTo>
                  <a:pt x="42087" y="76060"/>
                </a:lnTo>
                <a:lnTo>
                  <a:pt x="59804" y="80505"/>
                </a:lnTo>
                <a:lnTo>
                  <a:pt x="63347" y="82842"/>
                </a:lnTo>
                <a:lnTo>
                  <a:pt x="66738" y="85001"/>
                </a:lnTo>
                <a:lnTo>
                  <a:pt x="68707" y="89103"/>
                </a:lnTo>
                <a:lnTo>
                  <a:pt x="68707" y="104089"/>
                </a:lnTo>
                <a:lnTo>
                  <a:pt x="62090" y="109245"/>
                </a:lnTo>
                <a:lnTo>
                  <a:pt x="92458" y="109245"/>
                </a:lnTo>
                <a:lnTo>
                  <a:pt x="94328" y="101888"/>
                </a:lnTo>
                <a:lnTo>
                  <a:pt x="94970" y="92849"/>
                </a:lnTo>
                <a:lnTo>
                  <a:pt x="94191" y="83385"/>
                </a:lnTo>
                <a:lnTo>
                  <a:pt x="65818" y="57303"/>
                </a:lnTo>
                <a:lnTo>
                  <a:pt x="55664" y="54648"/>
                </a:lnTo>
                <a:lnTo>
                  <a:pt x="44202" y="51161"/>
                </a:lnTo>
                <a:lnTo>
                  <a:pt x="36904" y="47297"/>
                </a:lnTo>
                <a:lnTo>
                  <a:pt x="33052" y="42468"/>
                </a:lnTo>
                <a:lnTo>
                  <a:pt x="31927" y="36080"/>
                </a:lnTo>
                <a:lnTo>
                  <a:pt x="31927" y="27178"/>
                </a:lnTo>
                <a:lnTo>
                  <a:pt x="37998" y="21958"/>
                </a:lnTo>
                <a:lnTo>
                  <a:pt x="89688" y="21958"/>
                </a:lnTo>
                <a:lnTo>
                  <a:pt x="91579" y="20751"/>
                </a:lnTo>
                <a:lnTo>
                  <a:pt x="84350" y="11615"/>
                </a:lnTo>
                <a:lnTo>
                  <a:pt x="74942" y="5137"/>
                </a:lnTo>
                <a:lnTo>
                  <a:pt x="63229" y="1277"/>
                </a:lnTo>
                <a:lnTo>
                  <a:pt x="49085" y="0"/>
                </a:lnTo>
                <a:close/>
              </a:path>
              <a:path w="882650" h="132079">
                <a:moveTo>
                  <a:pt x="89688" y="21958"/>
                </a:moveTo>
                <a:lnTo>
                  <a:pt x="48374" y="21958"/>
                </a:lnTo>
                <a:lnTo>
                  <a:pt x="55428" y="22648"/>
                </a:lnTo>
                <a:lnTo>
                  <a:pt x="61466" y="24780"/>
                </a:lnTo>
                <a:lnTo>
                  <a:pt x="66664" y="28451"/>
                </a:lnTo>
                <a:lnTo>
                  <a:pt x="71196" y="33756"/>
                </a:lnTo>
                <a:lnTo>
                  <a:pt x="89688" y="21958"/>
                </a:lnTo>
                <a:close/>
              </a:path>
              <a:path w="882650" h="132079">
                <a:moveTo>
                  <a:pt x="152971" y="1981"/>
                </a:moveTo>
                <a:lnTo>
                  <a:pt x="109397" y="1981"/>
                </a:lnTo>
                <a:lnTo>
                  <a:pt x="109397" y="129438"/>
                </a:lnTo>
                <a:lnTo>
                  <a:pt x="136918" y="129438"/>
                </a:lnTo>
                <a:lnTo>
                  <a:pt x="136918" y="85001"/>
                </a:lnTo>
                <a:lnTo>
                  <a:pt x="152971" y="85001"/>
                </a:lnTo>
                <a:lnTo>
                  <a:pt x="191892" y="70433"/>
                </a:lnTo>
                <a:lnTo>
                  <a:pt x="195488" y="63042"/>
                </a:lnTo>
                <a:lnTo>
                  <a:pt x="136372" y="63042"/>
                </a:lnTo>
                <a:lnTo>
                  <a:pt x="136372" y="23787"/>
                </a:lnTo>
                <a:lnTo>
                  <a:pt x="195404" y="23787"/>
                </a:lnTo>
                <a:lnTo>
                  <a:pt x="192857" y="17932"/>
                </a:lnTo>
                <a:lnTo>
                  <a:pt x="188493" y="12141"/>
                </a:lnTo>
                <a:lnTo>
                  <a:pt x="182541" y="7483"/>
                </a:lnTo>
                <a:lnTo>
                  <a:pt x="175013" y="4332"/>
                </a:lnTo>
                <a:lnTo>
                  <a:pt x="165345" y="2545"/>
                </a:lnTo>
                <a:lnTo>
                  <a:pt x="152971" y="1981"/>
                </a:lnTo>
                <a:close/>
              </a:path>
              <a:path w="882650" h="132079">
                <a:moveTo>
                  <a:pt x="195404" y="23787"/>
                </a:moveTo>
                <a:lnTo>
                  <a:pt x="153174" y="23787"/>
                </a:lnTo>
                <a:lnTo>
                  <a:pt x="161355" y="24840"/>
                </a:lnTo>
                <a:lnTo>
                  <a:pt x="166820" y="28232"/>
                </a:lnTo>
                <a:lnTo>
                  <a:pt x="169876" y="34309"/>
                </a:lnTo>
                <a:lnTo>
                  <a:pt x="170827" y="43421"/>
                </a:lnTo>
                <a:lnTo>
                  <a:pt x="169876" y="52503"/>
                </a:lnTo>
                <a:lnTo>
                  <a:pt x="166820" y="58580"/>
                </a:lnTo>
                <a:lnTo>
                  <a:pt x="161355" y="61982"/>
                </a:lnTo>
                <a:lnTo>
                  <a:pt x="153174" y="63042"/>
                </a:lnTo>
                <a:lnTo>
                  <a:pt x="195488" y="63042"/>
                </a:lnTo>
                <a:lnTo>
                  <a:pt x="197489" y="54331"/>
                </a:lnTo>
                <a:lnTo>
                  <a:pt x="198145" y="43421"/>
                </a:lnTo>
                <a:lnTo>
                  <a:pt x="197649" y="34309"/>
                </a:lnTo>
                <a:lnTo>
                  <a:pt x="197589" y="33200"/>
                </a:lnTo>
                <a:lnTo>
                  <a:pt x="195860" y="24840"/>
                </a:lnTo>
                <a:lnTo>
                  <a:pt x="195404" y="23787"/>
                </a:lnTo>
                <a:close/>
              </a:path>
              <a:path w="882650" h="132079">
                <a:moveTo>
                  <a:pt x="261848" y="1981"/>
                </a:moveTo>
                <a:lnTo>
                  <a:pt x="213474" y="1981"/>
                </a:lnTo>
                <a:lnTo>
                  <a:pt x="213474" y="129438"/>
                </a:lnTo>
                <a:lnTo>
                  <a:pt x="240944" y="129438"/>
                </a:lnTo>
                <a:lnTo>
                  <a:pt x="240944" y="78740"/>
                </a:lnTo>
                <a:lnTo>
                  <a:pt x="282236" y="78740"/>
                </a:lnTo>
                <a:lnTo>
                  <a:pt x="281127" y="76606"/>
                </a:lnTo>
                <a:lnTo>
                  <a:pt x="291641" y="71931"/>
                </a:lnTo>
                <a:lnTo>
                  <a:pt x="298788" y="64530"/>
                </a:lnTo>
                <a:lnTo>
                  <a:pt x="301407" y="57683"/>
                </a:lnTo>
                <a:lnTo>
                  <a:pt x="240385" y="57683"/>
                </a:lnTo>
                <a:lnTo>
                  <a:pt x="240385" y="23787"/>
                </a:lnTo>
                <a:lnTo>
                  <a:pt x="302118" y="23787"/>
                </a:lnTo>
                <a:lnTo>
                  <a:pt x="301905" y="22837"/>
                </a:lnTo>
                <a:lnTo>
                  <a:pt x="273267" y="2482"/>
                </a:lnTo>
                <a:lnTo>
                  <a:pt x="261848" y="1981"/>
                </a:lnTo>
                <a:close/>
              </a:path>
              <a:path w="882650" h="132079">
                <a:moveTo>
                  <a:pt x="282236" y="78740"/>
                </a:moveTo>
                <a:lnTo>
                  <a:pt x="254368" y="78740"/>
                </a:lnTo>
                <a:lnTo>
                  <a:pt x="278244" y="129438"/>
                </a:lnTo>
                <a:lnTo>
                  <a:pt x="308597" y="129438"/>
                </a:lnTo>
                <a:lnTo>
                  <a:pt x="282236" y="78740"/>
                </a:lnTo>
                <a:close/>
              </a:path>
              <a:path w="882650" h="132079">
                <a:moveTo>
                  <a:pt x="302118" y="23787"/>
                </a:moveTo>
                <a:lnTo>
                  <a:pt x="272173" y="23787"/>
                </a:lnTo>
                <a:lnTo>
                  <a:pt x="277025" y="28397"/>
                </a:lnTo>
                <a:lnTo>
                  <a:pt x="277025" y="53022"/>
                </a:lnTo>
                <a:lnTo>
                  <a:pt x="272173" y="57683"/>
                </a:lnTo>
                <a:lnTo>
                  <a:pt x="301407" y="57683"/>
                </a:lnTo>
                <a:lnTo>
                  <a:pt x="302860" y="53883"/>
                </a:lnTo>
                <a:lnTo>
                  <a:pt x="304152" y="39471"/>
                </a:lnTo>
                <a:lnTo>
                  <a:pt x="303601" y="30399"/>
                </a:lnTo>
                <a:lnTo>
                  <a:pt x="302118" y="23787"/>
                </a:lnTo>
                <a:close/>
              </a:path>
              <a:path w="882650" h="132079">
                <a:moveTo>
                  <a:pt x="387477" y="1981"/>
                </a:moveTo>
                <a:lnTo>
                  <a:pt x="360908" y="1981"/>
                </a:lnTo>
                <a:lnTo>
                  <a:pt x="314807" y="129438"/>
                </a:lnTo>
                <a:lnTo>
                  <a:pt x="344462" y="129438"/>
                </a:lnTo>
                <a:lnTo>
                  <a:pt x="351955" y="105498"/>
                </a:lnTo>
                <a:lnTo>
                  <a:pt x="425032" y="105498"/>
                </a:lnTo>
                <a:lnTo>
                  <a:pt x="417139" y="83743"/>
                </a:lnTo>
                <a:lnTo>
                  <a:pt x="358584" y="83743"/>
                </a:lnTo>
                <a:lnTo>
                  <a:pt x="374472" y="34112"/>
                </a:lnTo>
                <a:lnTo>
                  <a:pt x="399133" y="34112"/>
                </a:lnTo>
                <a:lnTo>
                  <a:pt x="387477" y="1981"/>
                </a:lnTo>
                <a:close/>
              </a:path>
              <a:path w="882650" h="132079">
                <a:moveTo>
                  <a:pt x="425032" y="105498"/>
                </a:moveTo>
                <a:lnTo>
                  <a:pt x="396582" y="105498"/>
                </a:lnTo>
                <a:lnTo>
                  <a:pt x="403923" y="129438"/>
                </a:lnTo>
                <a:lnTo>
                  <a:pt x="433717" y="129438"/>
                </a:lnTo>
                <a:lnTo>
                  <a:pt x="425032" y="105498"/>
                </a:lnTo>
                <a:close/>
              </a:path>
              <a:path w="882650" h="132079">
                <a:moveTo>
                  <a:pt x="450697" y="1981"/>
                </a:moveTo>
                <a:lnTo>
                  <a:pt x="423227" y="1981"/>
                </a:lnTo>
                <a:lnTo>
                  <a:pt x="455714" y="129438"/>
                </a:lnTo>
                <a:lnTo>
                  <a:pt x="480491" y="129438"/>
                </a:lnTo>
                <a:lnTo>
                  <a:pt x="490420" y="92849"/>
                </a:lnTo>
                <a:lnTo>
                  <a:pt x="469417" y="92849"/>
                </a:lnTo>
                <a:lnTo>
                  <a:pt x="450697" y="1981"/>
                </a:lnTo>
                <a:close/>
              </a:path>
              <a:path w="882650" h="132079">
                <a:moveTo>
                  <a:pt x="524951" y="45339"/>
                </a:moveTo>
                <a:lnTo>
                  <a:pt x="503313" y="45339"/>
                </a:lnTo>
                <a:lnTo>
                  <a:pt x="526186" y="129438"/>
                </a:lnTo>
                <a:lnTo>
                  <a:pt x="550837" y="129438"/>
                </a:lnTo>
                <a:lnTo>
                  <a:pt x="560203" y="92849"/>
                </a:lnTo>
                <a:lnTo>
                  <a:pt x="537070" y="92849"/>
                </a:lnTo>
                <a:lnTo>
                  <a:pt x="524951" y="45339"/>
                </a:lnTo>
                <a:close/>
              </a:path>
              <a:path w="882650" h="132079">
                <a:moveTo>
                  <a:pt x="513892" y="1981"/>
                </a:moveTo>
                <a:lnTo>
                  <a:pt x="492645" y="1981"/>
                </a:lnTo>
                <a:lnTo>
                  <a:pt x="469417" y="92849"/>
                </a:lnTo>
                <a:lnTo>
                  <a:pt x="490420" y="92849"/>
                </a:lnTo>
                <a:lnTo>
                  <a:pt x="503313" y="45339"/>
                </a:lnTo>
                <a:lnTo>
                  <a:pt x="524951" y="45339"/>
                </a:lnTo>
                <a:lnTo>
                  <a:pt x="513892" y="1981"/>
                </a:lnTo>
                <a:close/>
              </a:path>
              <a:path w="882650" h="132079">
                <a:moveTo>
                  <a:pt x="583463" y="1981"/>
                </a:moveTo>
                <a:lnTo>
                  <a:pt x="555993" y="1981"/>
                </a:lnTo>
                <a:lnTo>
                  <a:pt x="537070" y="92849"/>
                </a:lnTo>
                <a:lnTo>
                  <a:pt x="560203" y="92849"/>
                </a:lnTo>
                <a:lnTo>
                  <a:pt x="583463" y="1981"/>
                </a:lnTo>
                <a:close/>
              </a:path>
              <a:path w="882650" h="132079">
                <a:moveTo>
                  <a:pt x="399133" y="34112"/>
                </a:moveTo>
                <a:lnTo>
                  <a:pt x="374472" y="34112"/>
                </a:lnTo>
                <a:lnTo>
                  <a:pt x="390004" y="83743"/>
                </a:lnTo>
                <a:lnTo>
                  <a:pt x="417139" y="83743"/>
                </a:lnTo>
                <a:lnTo>
                  <a:pt x="399133" y="34112"/>
                </a:lnTo>
                <a:close/>
              </a:path>
              <a:path w="882650" h="132079">
                <a:moveTo>
                  <a:pt x="625424" y="1981"/>
                </a:moveTo>
                <a:lnTo>
                  <a:pt x="597890" y="1981"/>
                </a:lnTo>
                <a:lnTo>
                  <a:pt x="597890" y="129438"/>
                </a:lnTo>
                <a:lnTo>
                  <a:pt x="625424" y="129438"/>
                </a:lnTo>
                <a:lnTo>
                  <a:pt x="625424" y="1981"/>
                </a:lnTo>
                <a:close/>
              </a:path>
              <a:path w="882650" h="132079">
                <a:moveTo>
                  <a:pt x="674154" y="1981"/>
                </a:moveTo>
                <a:lnTo>
                  <a:pt x="648601" y="1981"/>
                </a:lnTo>
                <a:lnTo>
                  <a:pt x="648601" y="129438"/>
                </a:lnTo>
                <a:lnTo>
                  <a:pt x="674865" y="129438"/>
                </a:lnTo>
                <a:lnTo>
                  <a:pt x="674865" y="53238"/>
                </a:lnTo>
                <a:lnTo>
                  <a:pt x="698823" y="53238"/>
                </a:lnTo>
                <a:lnTo>
                  <a:pt x="674154" y="1981"/>
                </a:lnTo>
                <a:close/>
              </a:path>
              <a:path w="882650" h="132079">
                <a:moveTo>
                  <a:pt x="765683" y="53238"/>
                </a:moveTo>
                <a:lnTo>
                  <a:pt x="739482" y="53238"/>
                </a:lnTo>
                <a:lnTo>
                  <a:pt x="739482" y="129438"/>
                </a:lnTo>
                <a:lnTo>
                  <a:pt x="765683" y="129438"/>
                </a:lnTo>
                <a:lnTo>
                  <a:pt x="765683" y="53238"/>
                </a:lnTo>
                <a:close/>
              </a:path>
              <a:path w="882650" h="132079">
                <a:moveTo>
                  <a:pt x="698823" y="53238"/>
                </a:moveTo>
                <a:lnTo>
                  <a:pt x="674865" y="53238"/>
                </a:lnTo>
                <a:lnTo>
                  <a:pt x="698398" y="101612"/>
                </a:lnTo>
                <a:lnTo>
                  <a:pt x="715899" y="101612"/>
                </a:lnTo>
                <a:lnTo>
                  <a:pt x="731049" y="70535"/>
                </a:lnTo>
                <a:lnTo>
                  <a:pt x="707148" y="70535"/>
                </a:lnTo>
                <a:lnTo>
                  <a:pt x="698823" y="53238"/>
                </a:lnTo>
                <a:close/>
              </a:path>
              <a:path w="882650" h="132079">
                <a:moveTo>
                  <a:pt x="765683" y="1981"/>
                </a:moveTo>
                <a:lnTo>
                  <a:pt x="740194" y="1981"/>
                </a:lnTo>
                <a:lnTo>
                  <a:pt x="707148" y="70535"/>
                </a:lnTo>
                <a:lnTo>
                  <a:pt x="731049" y="70535"/>
                </a:lnTo>
                <a:lnTo>
                  <a:pt x="739482" y="53238"/>
                </a:lnTo>
                <a:lnTo>
                  <a:pt x="765683" y="53238"/>
                </a:lnTo>
                <a:lnTo>
                  <a:pt x="765683" y="1981"/>
                </a:lnTo>
                <a:close/>
              </a:path>
              <a:path w="882650" h="132079">
                <a:moveTo>
                  <a:pt x="805713" y="1981"/>
                </a:moveTo>
                <a:lnTo>
                  <a:pt x="776630" y="1981"/>
                </a:lnTo>
                <a:lnTo>
                  <a:pt x="815886" y="83540"/>
                </a:lnTo>
                <a:lnTo>
                  <a:pt x="815886" y="129438"/>
                </a:lnTo>
                <a:lnTo>
                  <a:pt x="843356" y="129438"/>
                </a:lnTo>
                <a:lnTo>
                  <a:pt x="843356" y="83540"/>
                </a:lnTo>
                <a:lnTo>
                  <a:pt x="856417" y="56413"/>
                </a:lnTo>
                <a:lnTo>
                  <a:pt x="829652" y="56413"/>
                </a:lnTo>
                <a:lnTo>
                  <a:pt x="805713" y="1981"/>
                </a:lnTo>
                <a:close/>
              </a:path>
              <a:path w="882650" h="132079">
                <a:moveTo>
                  <a:pt x="882624" y="1981"/>
                </a:moveTo>
                <a:lnTo>
                  <a:pt x="853528" y="1981"/>
                </a:lnTo>
                <a:lnTo>
                  <a:pt x="829652" y="56413"/>
                </a:lnTo>
                <a:lnTo>
                  <a:pt x="856417" y="56413"/>
                </a:lnTo>
                <a:lnTo>
                  <a:pt x="882624" y="1981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64561" y="3778909"/>
            <a:ext cx="1680210" cy="168910"/>
          </a:xfrm>
          <a:custGeom>
            <a:avLst/>
            <a:gdLst/>
            <a:ahLst/>
            <a:cxnLst/>
            <a:rect l="l" t="t" r="r" b="b"/>
            <a:pathLst>
              <a:path w="1680210" h="168910">
                <a:moveTo>
                  <a:pt x="72656" y="39065"/>
                </a:moveTo>
                <a:lnTo>
                  <a:pt x="46100" y="39065"/>
                </a:lnTo>
                <a:lnTo>
                  <a:pt x="0" y="166509"/>
                </a:lnTo>
                <a:lnTo>
                  <a:pt x="29654" y="166509"/>
                </a:lnTo>
                <a:lnTo>
                  <a:pt x="37134" y="142582"/>
                </a:lnTo>
                <a:lnTo>
                  <a:pt x="110216" y="142582"/>
                </a:lnTo>
                <a:lnTo>
                  <a:pt x="102322" y="120827"/>
                </a:lnTo>
                <a:lnTo>
                  <a:pt x="43764" y="120827"/>
                </a:lnTo>
                <a:lnTo>
                  <a:pt x="59651" y="71183"/>
                </a:lnTo>
                <a:lnTo>
                  <a:pt x="84310" y="71183"/>
                </a:lnTo>
                <a:lnTo>
                  <a:pt x="72656" y="39065"/>
                </a:lnTo>
                <a:close/>
              </a:path>
              <a:path w="1680210" h="168910">
                <a:moveTo>
                  <a:pt x="110216" y="142582"/>
                </a:moveTo>
                <a:lnTo>
                  <a:pt x="81762" y="142582"/>
                </a:lnTo>
                <a:lnTo>
                  <a:pt x="89103" y="166509"/>
                </a:lnTo>
                <a:lnTo>
                  <a:pt x="118897" y="166509"/>
                </a:lnTo>
                <a:lnTo>
                  <a:pt x="110216" y="142582"/>
                </a:lnTo>
                <a:close/>
              </a:path>
              <a:path w="1680210" h="168910">
                <a:moveTo>
                  <a:pt x="84310" y="71183"/>
                </a:moveTo>
                <a:lnTo>
                  <a:pt x="59651" y="71183"/>
                </a:lnTo>
                <a:lnTo>
                  <a:pt x="75183" y="120827"/>
                </a:lnTo>
                <a:lnTo>
                  <a:pt x="102322" y="120827"/>
                </a:lnTo>
                <a:lnTo>
                  <a:pt x="84310" y="71183"/>
                </a:lnTo>
                <a:close/>
              </a:path>
              <a:path w="1680210" h="168910">
                <a:moveTo>
                  <a:pt x="179946" y="39065"/>
                </a:moveTo>
                <a:lnTo>
                  <a:pt x="129603" y="39065"/>
                </a:lnTo>
                <a:lnTo>
                  <a:pt x="129603" y="166509"/>
                </a:lnTo>
                <a:lnTo>
                  <a:pt x="182283" y="166509"/>
                </a:lnTo>
                <a:lnTo>
                  <a:pt x="191919" y="166157"/>
                </a:lnTo>
                <a:lnTo>
                  <a:pt x="220600" y="144754"/>
                </a:lnTo>
                <a:lnTo>
                  <a:pt x="156933" y="144754"/>
                </a:lnTo>
                <a:lnTo>
                  <a:pt x="156933" y="112636"/>
                </a:lnTo>
                <a:lnTo>
                  <a:pt x="220397" y="112636"/>
                </a:lnTo>
                <a:lnTo>
                  <a:pt x="215836" y="105448"/>
                </a:lnTo>
                <a:lnTo>
                  <a:pt x="214769" y="104381"/>
                </a:lnTo>
                <a:lnTo>
                  <a:pt x="209600" y="99923"/>
                </a:lnTo>
                <a:lnTo>
                  <a:pt x="214430" y="95085"/>
                </a:lnTo>
                <a:lnTo>
                  <a:pt x="216859" y="90817"/>
                </a:lnTo>
                <a:lnTo>
                  <a:pt x="156933" y="90817"/>
                </a:lnTo>
                <a:lnTo>
                  <a:pt x="156933" y="60871"/>
                </a:lnTo>
                <a:lnTo>
                  <a:pt x="218359" y="60871"/>
                </a:lnTo>
                <a:lnTo>
                  <a:pt x="217662" y="58258"/>
                </a:lnTo>
                <a:lnTo>
                  <a:pt x="190255" y="39484"/>
                </a:lnTo>
                <a:lnTo>
                  <a:pt x="179946" y="39065"/>
                </a:lnTo>
                <a:close/>
              </a:path>
              <a:path w="1680210" h="168910">
                <a:moveTo>
                  <a:pt x="220397" y="112636"/>
                </a:moveTo>
                <a:lnTo>
                  <a:pt x="191033" y="112636"/>
                </a:lnTo>
                <a:lnTo>
                  <a:pt x="195287" y="117081"/>
                </a:lnTo>
                <a:lnTo>
                  <a:pt x="195243" y="140154"/>
                </a:lnTo>
                <a:lnTo>
                  <a:pt x="191033" y="144754"/>
                </a:lnTo>
                <a:lnTo>
                  <a:pt x="220600" y="144754"/>
                </a:lnTo>
                <a:lnTo>
                  <a:pt x="221873" y="140154"/>
                </a:lnTo>
                <a:lnTo>
                  <a:pt x="222605" y="130797"/>
                </a:lnTo>
                <a:lnTo>
                  <a:pt x="222605" y="121335"/>
                </a:lnTo>
                <a:lnTo>
                  <a:pt x="220840" y="113334"/>
                </a:lnTo>
                <a:lnTo>
                  <a:pt x="220397" y="112636"/>
                </a:lnTo>
                <a:close/>
              </a:path>
              <a:path w="1680210" h="168910">
                <a:moveTo>
                  <a:pt x="218359" y="60871"/>
                </a:moveTo>
                <a:lnTo>
                  <a:pt x="188861" y="60871"/>
                </a:lnTo>
                <a:lnTo>
                  <a:pt x="193154" y="64960"/>
                </a:lnTo>
                <a:lnTo>
                  <a:pt x="193154" y="86563"/>
                </a:lnTo>
                <a:lnTo>
                  <a:pt x="188861" y="90817"/>
                </a:lnTo>
                <a:lnTo>
                  <a:pt x="216859" y="90817"/>
                </a:lnTo>
                <a:lnTo>
                  <a:pt x="217751" y="89250"/>
                </a:lnTo>
                <a:lnTo>
                  <a:pt x="219666" y="82237"/>
                </a:lnTo>
                <a:lnTo>
                  <a:pt x="220281" y="73863"/>
                </a:lnTo>
                <a:lnTo>
                  <a:pt x="219621" y="65596"/>
                </a:lnTo>
                <a:lnTo>
                  <a:pt x="218359" y="60871"/>
                </a:lnTo>
                <a:close/>
              </a:path>
              <a:path w="1680210" h="168910">
                <a:moveTo>
                  <a:pt x="252247" y="39065"/>
                </a:moveTo>
                <a:lnTo>
                  <a:pt x="223151" y="39065"/>
                </a:lnTo>
                <a:lnTo>
                  <a:pt x="262420" y="120624"/>
                </a:lnTo>
                <a:lnTo>
                  <a:pt x="262420" y="166509"/>
                </a:lnTo>
                <a:lnTo>
                  <a:pt x="289890" y="166509"/>
                </a:lnTo>
                <a:lnTo>
                  <a:pt x="289890" y="120624"/>
                </a:lnTo>
                <a:lnTo>
                  <a:pt x="302951" y="93497"/>
                </a:lnTo>
                <a:lnTo>
                  <a:pt x="276174" y="93497"/>
                </a:lnTo>
                <a:lnTo>
                  <a:pt x="252247" y="39065"/>
                </a:lnTo>
                <a:close/>
              </a:path>
              <a:path w="1680210" h="168910">
                <a:moveTo>
                  <a:pt x="329158" y="39065"/>
                </a:moveTo>
                <a:lnTo>
                  <a:pt x="300062" y="39065"/>
                </a:lnTo>
                <a:lnTo>
                  <a:pt x="276174" y="93497"/>
                </a:lnTo>
                <a:lnTo>
                  <a:pt x="302951" y="93497"/>
                </a:lnTo>
                <a:lnTo>
                  <a:pt x="329158" y="39065"/>
                </a:lnTo>
                <a:close/>
              </a:path>
              <a:path w="1680210" h="168910">
                <a:moveTo>
                  <a:pt x="413067" y="61366"/>
                </a:moveTo>
                <a:lnTo>
                  <a:pt x="385584" y="61366"/>
                </a:lnTo>
                <a:lnTo>
                  <a:pt x="385584" y="166509"/>
                </a:lnTo>
                <a:lnTo>
                  <a:pt x="413067" y="166509"/>
                </a:lnTo>
                <a:lnTo>
                  <a:pt x="413067" y="61366"/>
                </a:lnTo>
                <a:close/>
              </a:path>
              <a:path w="1680210" h="168910">
                <a:moveTo>
                  <a:pt x="446811" y="39065"/>
                </a:moveTo>
                <a:lnTo>
                  <a:pt x="351688" y="39065"/>
                </a:lnTo>
                <a:lnTo>
                  <a:pt x="351688" y="61366"/>
                </a:lnTo>
                <a:lnTo>
                  <a:pt x="446811" y="61366"/>
                </a:lnTo>
                <a:lnTo>
                  <a:pt x="446811" y="39065"/>
                </a:lnTo>
                <a:close/>
              </a:path>
              <a:path w="1680210" h="168910">
                <a:moveTo>
                  <a:pt x="482676" y="39065"/>
                </a:moveTo>
                <a:lnTo>
                  <a:pt x="455206" y="39065"/>
                </a:lnTo>
                <a:lnTo>
                  <a:pt x="487692" y="166509"/>
                </a:lnTo>
                <a:lnTo>
                  <a:pt x="512495" y="166509"/>
                </a:lnTo>
                <a:lnTo>
                  <a:pt x="522417" y="129933"/>
                </a:lnTo>
                <a:lnTo>
                  <a:pt x="501408" y="129933"/>
                </a:lnTo>
                <a:lnTo>
                  <a:pt x="482676" y="39065"/>
                </a:lnTo>
                <a:close/>
              </a:path>
              <a:path w="1680210" h="168910">
                <a:moveTo>
                  <a:pt x="556943" y="82422"/>
                </a:moveTo>
                <a:lnTo>
                  <a:pt x="535304" y="82422"/>
                </a:lnTo>
                <a:lnTo>
                  <a:pt x="558177" y="166509"/>
                </a:lnTo>
                <a:lnTo>
                  <a:pt x="582815" y="166509"/>
                </a:lnTo>
                <a:lnTo>
                  <a:pt x="592182" y="129933"/>
                </a:lnTo>
                <a:lnTo>
                  <a:pt x="569061" y="129933"/>
                </a:lnTo>
                <a:lnTo>
                  <a:pt x="556943" y="82422"/>
                </a:lnTo>
                <a:close/>
              </a:path>
              <a:path w="1680210" h="168910">
                <a:moveTo>
                  <a:pt x="545884" y="39065"/>
                </a:moveTo>
                <a:lnTo>
                  <a:pt x="524636" y="39065"/>
                </a:lnTo>
                <a:lnTo>
                  <a:pt x="501408" y="129933"/>
                </a:lnTo>
                <a:lnTo>
                  <a:pt x="522417" y="129933"/>
                </a:lnTo>
                <a:lnTo>
                  <a:pt x="535304" y="82422"/>
                </a:lnTo>
                <a:lnTo>
                  <a:pt x="556943" y="82422"/>
                </a:lnTo>
                <a:lnTo>
                  <a:pt x="545884" y="39065"/>
                </a:lnTo>
                <a:close/>
              </a:path>
              <a:path w="1680210" h="168910">
                <a:moveTo>
                  <a:pt x="615454" y="39065"/>
                </a:moveTo>
                <a:lnTo>
                  <a:pt x="587971" y="39065"/>
                </a:lnTo>
                <a:lnTo>
                  <a:pt x="569061" y="129933"/>
                </a:lnTo>
                <a:lnTo>
                  <a:pt x="592182" y="129933"/>
                </a:lnTo>
                <a:lnTo>
                  <a:pt x="615454" y="39065"/>
                </a:lnTo>
                <a:close/>
              </a:path>
              <a:path w="1680210" h="168910">
                <a:moveTo>
                  <a:pt x="672731" y="37083"/>
                </a:moveTo>
                <a:lnTo>
                  <a:pt x="635253" y="50139"/>
                </a:lnTo>
                <a:lnTo>
                  <a:pt x="624573" y="87782"/>
                </a:lnTo>
                <a:lnTo>
                  <a:pt x="624573" y="117792"/>
                </a:lnTo>
                <a:lnTo>
                  <a:pt x="640320" y="160207"/>
                </a:lnTo>
                <a:lnTo>
                  <a:pt x="672731" y="168490"/>
                </a:lnTo>
                <a:lnTo>
                  <a:pt x="685100" y="167760"/>
                </a:lnTo>
                <a:lnTo>
                  <a:pt x="716410" y="146329"/>
                </a:lnTo>
                <a:lnTo>
                  <a:pt x="672731" y="146329"/>
                </a:lnTo>
                <a:lnTo>
                  <a:pt x="662946" y="144771"/>
                </a:lnTo>
                <a:lnTo>
                  <a:pt x="656563" y="139603"/>
                </a:lnTo>
                <a:lnTo>
                  <a:pt x="653091" y="130079"/>
                </a:lnTo>
                <a:lnTo>
                  <a:pt x="652043" y="115455"/>
                </a:lnTo>
                <a:lnTo>
                  <a:pt x="652043" y="90119"/>
                </a:lnTo>
                <a:lnTo>
                  <a:pt x="653065" y="75909"/>
                </a:lnTo>
                <a:lnTo>
                  <a:pt x="653094" y="75495"/>
                </a:lnTo>
                <a:lnTo>
                  <a:pt x="656588" y="65971"/>
                </a:lnTo>
                <a:lnTo>
                  <a:pt x="663032" y="60803"/>
                </a:lnTo>
                <a:lnTo>
                  <a:pt x="672934" y="59245"/>
                </a:lnTo>
                <a:lnTo>
                  <a:pt x="716555" y="59245"/>
                </a:lnTo>
                <a:lnTo>
                  <a:pt x="716369" y="58718"/>
                </a:lnTo>
                <a:lnTo>
                  <a:pt x="712355" y="52260"/>
                </a:lnTo>
                <a:lnTo>
                  <a:pt x="705357" y="45383"/>
                </a:lnTo>
                <a:lnTo>
                  <a:pt x="696648" y="40666"/>
                </a:lnTo>
                <a:lnTo>
                  <a:pt x="685888" y="37953"/>
                </a:lnTo>
                <a:lnTo>
                  <a:pt x="672731" y="37083"/>
                </a:lnTo>
                <a:close/>
              </a:path>
              <a:path w="1680210" h="168910">
                <a:moveTo>
                  <a:pt x="716555" y="59245"/>
                </a:moveTo>
                <a:lnTo>
                  <a:pt x="672934" y="59245"/>
                </a:lnTo>
                <a:lnTo>
                  <a:pt x="682722" y="60803"/>
                </a:lnTo>
                <a:lnTo>
                  <a:pt x="689109" y="65971"/>
                </a:lnTo>
                <a:lnTo>
                  <a:pt x="692585" y="75495"/>
                </a:lnTo>
                <a:lnTo>
                  <a:pt x="693635" y="90119"/>
                </a:lnTo>
                <a:lnTo>
                  <a:pt x="693635" y="115455"/>
                </a:lnTo>
                <a:lnTo>
                  <a:pt x="672731" y="146329"/>
                </a:lnTo>
                <a:lnTo>
                  <a:pt x="716410" y="146329"/>
                </a:lnTo>
                <a:lnTo>
                  <a:pt x="718710" y="140695"/>
                </a:lnTo>
                <a:lnTo>
                  <a:pt x="720541" y="130569"/>
                </a:lnTo>
                <a:lnTo>
                  <a:pt x="721105" y="117792"/>
                </a:lnTo>
                <a:lnTo>
                  <a:pt x="721105" y="87782"/>
                </a:lnTo>
                <a:lnTo>
                  <a:pt x="720621" y="75909"/>
                </a:lnTo>
                <a:lnTo>
                  <a:pt x="719083" y="66411"/>
                </a:lnTo>
                <a:lnTo>
                  <a:pt x="716555" y="59245"/>
                </a:lnTo>
                <a:close/>
              </a:path>
              <a:path w="1680210" h="168910">
                <a:moveTo>
                  <a:pt x="703097" y="0"/>
                </a:moveTo>
                <a:lnTo>
                  <a:pt x="674204" y="0"/>
                </a:lnTo>
                <a:lnTo>
                  <a:pt x="659180" y="28181"/>
                </a:lnTo>
                <a:lnTo>
                  <a:pt x="678662" y="28181"/>
                </a:lnTo>
                <a:lnTo>
                  <a:pt x="703097" y="0"/>
                </a:lnTo>
                <a:close/>
              </a:path>
              <a:path w="1680210" h="168910">
                <a:moveTo>
                  <a:pt x="738479" y="133832"/>
                </a:moveTo>
                <a:lnTo>
                  <a:pt x="723290" y="151891"/>
                </a:lnTo>
                <a:lnTo>
                  <a:pt x="732928" y="159521"/>
                </a:lnTo>
                <a:lnTo>
                  <a:pt x="742448" y="164668"/>
                </a:lnTo>
                <a:lnTo>
                  <a:pt x="752472" y="167576"/>
                </a:lnTo>
                <a:lnTo>
                  <a:pt x="763625" y="168490"/>
                </a:lnTo>
                <a:lnTo>
                  <a:pt x="773784" y="167576"/>
                </a:lnTo>
                <a:lnTo>
                  <a:pt x="774526" y="167576"/>
                </a:lnTo>
                <a:lnTo>
                  <a:pt x="798987" y="146329"/>
                </a:lnTo>
                <a:lnTo>
                  <a:pt x="753300" y="146329"/>
                </a:lnTo>
                <a:lnTo>
                  <a:pt x="746315" y="142430"/>
                </a:lnTo>
                <a:lnTo>
                  <a:pt x="738479" y="133832"/>
                </a:lnTo>
                <a:close/>
              </a:path>
              <a:path w="1680210" h="168910">
                <a:moveTo>
                  <a:pt x="801319" y="39065"/>
                </a:moveTo>
                <a:lnTo>
                  <a:pt x="773785" y="39065"/>
                </a:lnTo>
                <a:lnTo>
                  <a:pt x="773785" y="128155"/>
                </a:lnTo>
                <a:lnTo>
                  <a:pt x="773442" y="132410"/>
                </a:lnTo>
                <a:lnTo>
                  <a:pt x="772579" y="136359"/>
                </a:lnTo>
                <a:lnTo>
                  <a:pt x="770762" y="143141"/>
                </a:lnTo>
                <a:lnTo>
                  <a:pt x="766864" y="146329"/>
                </a:lnTo>
                <a:lnTo>
                  <a:pt x="798987" y="146329"/>
                </a:lnTo>
                <a:lnTo>
                  <a:pt x="800317" y="139769"/>
                </a:lnTo>
                <a:lnTo>
                  <a:pt x="801089" y="129907"/>
                </a:lnTo>
                <a:lnTo>
                  <a:pt x="801319" y="116014"/>
                </a:lnTo>
                <a:lnTo>
                  <a:pt x="801319" y="39065"/>
                </a:lnTo>
                <a:close/>
              </a:path>
              <a:path w="1680210" h="168910">
                <a:moveTo>
                  <a:pt x="851319" y="133832"/>
                </a:moveTo>
                <a:lnTo>
                  <a:pt x="836155" y="151891"/>
                </a:lnTo>
                <a:lnTo>
                  <a:pt x="845786" y="159521"/>
                </a:lnTo>
                <a:lnTo>
                  <a:pt x="855302" y="164668"/>
                </a:lnTo>
                <a:lnTo>
                  <a:pt x="865325" y="167576"/>
                </a:lnTo>
                <a:lnTo>
                  <a:pt x="876477" y="168490"/>
                </a:lnTo>
                <a:lnTo>
                  <a:pt x="886632" y="167576"/>
                </a:lnTo>
                <a:lnTo>
                  <a:pt x="887373" y="167576"/>
                </a:lnTo>
                <a:lnTo>
                  <a:pt x="911839" y="146329"/>
                </a:lnTo>
                <a:lnTo>
                  <a:pt x="873442" y="146329"/>
                </a:lnTo>
                <a:lnTo>
                  <a:pt x="868014" y="145585"/>
                </a:lnTo>
                <a:lnTo>
                  <a:pt x="862590" y="143305"/>
                </a:lnTo>
                <a:lnTo>
                  <a:pt x="857061" y="139412"/>
                </a:lnTo>
                <a:lnTo>
                  <a:pt x="851319" y="133832"/>
                </a:lnTo>
                <a:close/>
              </a:path>
              <a:path w="1680210" h="168910">
                <a:moveTo>
                  <a:pt x="914171" y="39065"/>
                </a:moveTo>
                <a:lnTo>
                  <a:pt x="886637" y="39065"/>
                </a:lnTo>
                <a:lnTo>
                  <a:pt x="886637" y="128155"/>
                </a:lnTo>
                <a:lnTo>
                  <a:pt x="886282" y="132410"/>
                </a:lnTo>
                <a:lnTo>
                  <a:pt x="885431" y="136359"/>
                </a:lnTo>
                <a:lnTo>
                  <a:pt x="883602" y="143141"/>
                </a:lnTo>
                <a:lnTo>
                  <a:pt x="879703" y="146329"/>
                </a:lnTo>
                <a:lnTo>
                  <a:pt x="911839" y="146329"/>
                </a:lnTo>
                <a:lnTo>
                  <a:pt x="913169" y="139769"/>
                </a:lnTo>
                <a:lnTo>
                  <a:pt x="913941" y="129907"/>
                </a:lnTo>
                <a:lnTo>
                  <a:pt x="914171" y="116014"/>
                </a:lnTo>
                <a:lnTo>
                  <a:pt x="914171" y="39065"/>
                </a:lnTo>
                <a:close/>
              </a:path>
              <a:path w="1680210" h="168910">
                <a:moveTo>
                  <a:pt x="993216" y="39065"/>
                </a:moveTo>
                <a:lnTo>
                  <a:pt x="966660" y="39065"/>
                </a:lnTo>
                <a:lnTo>
                  <a:pt x="920572" y="166509"/>
                </a:lnTo>
                <a:lnTo>
                  <a:pt x="950213" y="166509"/>
                </a:lnTo>
                <a:lnTo>
                  <a:pt x="957706" y="142582"/>
                </a:lnTo>
                <a:lnTo>
                  <a:pt x="1030785" y="142582"/>
                </a:lnTo>
                <a:lnTo>
                  <a:pt x="1022890" y="120827"/>
                </a:lnTo>
                <a:lnTo>
                  <a:pt x="964336" y="120827"/>
                </a:lnTo>
                <a:lnTo>
                  <a:pt x="980224" y="71183"/>
                </a:lnTo>
                <a:lnTo>
                  <a:pt x="1004872" y="71183"/>
                </a:lnTo>
                <a:lnTo>
                  <a:pt x="993216" y="39065"/>
                </a:lnTo>
                <a:close/>
              </a:path>
              <a:path w="1680210" h="168910">
                <a:moveTo>
                  <a:pt x="1030785" y="142582"/>
                </a:moveTo>
                <a:lnTo>
                  <a:pt x="1002334" y="142582"/>
                </a:lnTo>
                <a:lnTo>
                  <a:pt x="1009662" y="166509"/>
                </a:lnTo>
                <a:lnTo>
                  <a:pt x="1039469" y="166509"/>
                </a:lnTo>
                <a:lnTo>
                  <a:pt x="1030785" y="142582"/>
                </a:lnTo>
                <a:close/>
              </a:path>
              <a:path w="1680210" h="168910">
                <a:moveTo>
                  <a:pt x="1004872" y="71183"/>
                </a:moveTo>
                <a:lnTo>
                  <a:pt x="980224" y="71183"/>
                </a:lnTo>
                <a:lnTo>
                  <a:pt x="995756" y="120827"/>
                </a:lnTo>
                <a:lnTo>
                  <a:pt x="1022890" y="120827"/>
                </a:lnTo>
                <a:lnTo>
                  <a:pt x="1004872" y="71183"/>
                </a:lnTo>
                <a:close/>
              </a:path>
              <a:path w="1680210" h="168910">
                <a:moveTo>
                  <a:pt x="1089990" y="37439"/>
                </a:moveTo>
                <a:lnTo>
                  <a:pt x="1053769" y="50634"/>
                </a:lnTo>
                <a:lnTo>
                  <a:pt x="1044244" y="75285"/>
                </a:lnTo>
                <a:lnTo>
                  <a:pt x="1044132" y="75948"/>
                </a:lnTo>
                <a:lnTo>
                  <a:pt x="1043597" y="89052"/>
                </a:lnTo>
                <a:lnTo>
                  <a:pt x="1043597" y="116878"/>
                </a:lnTo>
                <a:lnTo>
                  <a:pt x="1048046" y="146329"/>
                </a:lnTo>
                <a:lnTo>
                  <a:pt x="1048119" y="146546"/>
                </a:lnTo>
                <a:lnTo>
                  <a:pt x="1089990" y="168490"/>
                </a:lnTo>
                <a:lnTo>
                  <a:pt x="1101926" y="167747"/>
                </a:lnTo>
                <a:lnTo>
                  <a:pt x="1133475" y="146329"/>
                </a:lnTo>
                <a:lnTo>
                  <a:pt x="1090548" y="146329"/>
                </a:lnTo>
                <a:lnTo>
                  <a:pt x="1081252" y="144782"/>
                </a:lnTo>
                <a:lnTo>
                  <a:pt x="1075250" y="139572"/>
                </a:lnTo>
                <a:lnTo>
                  <a:pt x="1072027" y="129848"/>
                </a:lnTo>
                <a:lnTo>
                  <a:pt x="1071067" y="114757"/>
                </a:lnTo>
                <a:lnTo>
                  <a:pt x="1071067" y="91173"/>
                </a:lnTo>
                <a:lnTo>
                  <a:pt x="1071963" y="77101"/>
                </a:lnTo>
                <a:lnTo>
                  <a:pt x="1072023" y="76162"/>
                </a:lnTo>
                <a:lnTo>
                  <a:pt x="1075224" y="66428"/>
                </a:lnTo>
                <a:lnTo>
                  <a:pt x="1081166" y="61174"/>
                </a:lnTo>
                <a:lnTo>
                  <a:pt x="1090345" y="59601"/>
                </a:lnTo>
                <a:lnTo>
                  <a:pt x="1130959" y="59601"/>
                </a:lnTo>
                <a:lnTo>
                  <a:pt x="1130734" y="58463"/>
                </a:lnTo>
                <a:lnTo>
                  <a:pt x="1122426" y="46666"/>
                </a:lnTo>
                <a:lnTo>
                  <a:pt x="1108916" y="39716"/>
                </a:lnTo>
                <a:lnTo>
                  <a:pt x="1089990" y="37439"/>
                </a:lnTo>
                <a:close/>
              </a:path>
              <a:path w="1680210" h="168910">
                <a:moveTo>
                  <a:pt x="1110335" y="128866"/>
                </a:moveTo>
                <a:lnTo>
                  <a:pt x="1108349" y="136637"/>
                </a:lnTo>
                <a:lnTo>
                  <a:pt x="1104447" y="142079"/>
                </a:lnTo>
                <a:lnTo>
                  <a:pt x="1098543" y="145281"/>
                </a:lnTo>
                <a:lnTo>
                  <a:pt x="1090548" y="146329"/>
                </a:lnTo>
                <a:lnTo>
                  <a:pt x="1133475" y="146329"/>
                </a:lnTo>
                <a:lnTo>
                  <a:pt x="1133573" y="146134"/>
                </a:lnTo>
                <a:lnTo>
                  <a:pt x="1135256" y="139731"/>
                </a:lnTo>
                <a:lnTo>
                  <a:pt x="1136040" y="131902"/>
                </a:lnTo>
                <a:lnTo>
                  <a:pt x="1110335" y="128866"/>
                </a:lnTo>
                <a:close/>
              </a:path>
              <a:path w="1680210" h="168910">
                <a:moveTo>
                  <a:pt x="1130959" y="59601"/>
                </a:moveTo>
                <a:lnTo>
                  <a:pt x="1090345" y="59601"/>
                </a:lnTo>
                <a:lnTo>
                  <a:pt x="1097870" y="60628"/>
                </a:lnTo>
                <a:lnTo>
                  <a:pt x="1103388" y="63798"/>
                </a:lnTo>
                <a:lnTo>
                  <a:pt x="1107030" y="69245"/>
                </a:lnTo>
                <a:lnTo>
                  <a:pt x="1108925" y="77101"/>
                </a:lnTo>
                <a:lnTo>
                  <a:pt x="1134059" y="75285"/>
                </a:lnTo>
                <a:lnTo>
                  <a:pt x="1130959" y="59601"/>
                </a:lnTo>
                <a:close/>
              </a:path>
              <a:path w="1680210" h="168910">
                <a:moveTo>
                  <a:pt x="1179258" y="39065"/>
                </a:moveTo>
                <a:lnTo>
                  <a:pt x="1151737" y="39065"/>
                </a:lnTo>
                <a:lnTo>
                  <a:pt x="1151737" y="166509"/>
                </a:lnTo>
                <a:lnTo>
                  <a:pt x="1179258" y="166509"/>
                </a:lnTo>
                <a:lnTo>
                  <a:pt x="1179258" y="113334"/>
                </a:lnTo>
                <a:lnTo>
                  <a:pt x="1244231" y="113334"/>
                </a:lnTo>
                <a:lnTo>
                  <a:pt x="1244231" y="91020"/>
                </a:lnTo>
                <a:lnTo>
                  <a:pt x="1179258" y="91020"/>
                </a:lnTo>
                <a:lnTo>
                  <a:pt x="1179258" y="39065"/>
                </a:lnTo>
                <a:close/>
              </a:path>
              <a:path w="1680210" h="168910">
                <a:moveTo>
                  <a:pt x="1244231" y="113334"/>
                </a:moveTo>
                <a:lnTo>
                  <a:pt x="1216698" y="113334"/>
                </a:lnTo>
                <a:lnTo>
                  <a:pt x="1216698" y="166509"/>
                </a:lnTo>
                <a:lnTo>
                  <a:pt x="1244231" y="166509"/>
                </a:lnTo>
                <a:lnTo>
                  <a:pt x="1244231" y="113334"/>
                </a:lnTo>
                <a:close/>
              </a:path>
              <a:path w="1680210" h="168910">
                <a:moveTo>
                  <a:pt x="1244231" y="39065"/>
                </a:moveTo>
                <a:lnTo>
                  <a:pt x="1216698" y="39065"/>
                </a:lnTo>
                <a:lnTo>
                  <a:pt x="1216698" y="91020"/>
                </a:lnTo>
                <a:lnTo>
                  <a:pt x="1244231" y="91020"/>
                </a:lnTo>
                <a:lnTo>
                  <a:pt x="1244231" y="39065"/>
                </a:lnTo>
                <a:close/>
              </a:path>
              <a:path w="1680210" h="168910">
                <a:moveTo>
                  <a:pt x="1319479" y="61366"/>
                </a:moveTo>
                <a:lnTo>
                  <a:pt x="1292009" y="61366"/>
                </a:lnTo>
                <a:lnTo>
                  <a:pt x="1292009" y="166509"/>
                </a:lnTo>
                <a:lnTo>
                  <a:pt x="1319479" y="166509"/>
                </a:lnTo>
                <a:lnTo>
                  <a:pt x="1319479" y="61366"/>
                </a:lnTo>
                <a:close/>
              </a:path>
              <a:path w="1680210" h="168910">
                <a:moveTo>
                  <a:pt x="1353235" y="39065"/>
                </a:moveTo>
                <a:lnTo>
                  <a:pt x="1258100" y="39065"/>
                </a:lnTo>
                <a:lnTo>
                  <a:pt x="1258100" y="61366"/>
                </a:lnTo>
                <a:lnTo>
                  <a:pt x="1353235" y="61366"/>
                </a:lnTo>
                <a:lnTo>
                  <a:pt x="1353235" y="39065"/>
                </a:lnTo>
                <a:close/>
              </a:path>
              <a:path w="1680210" h="168910">
                <a:moveTo>
                  <a:pt x="1444980" y="39065"/>
                </a:moveTo>
                <a:lnTo>
                  <a:pt x="1394637" y="39065"/>
                </a:lnTo>
                <a:lnTo>
                  <a:pt x="1394637" y="166509"/>
                </a:lnTo>
                <a:lnTo>
                  <a:pt x="1447304" y="166509"/>
                </a:lnTo>
                <a:lnTo>
                  <a:pt x="1456942" y="166157"/>
                </a:lnTo>
                <a:lnTo>
                  <a:pt x="1485625" y="144754"/>
                </a:lnTo>
                <a:lnTo>
                  <a:pt x="1421955" y="144754"/>
                </a:lnTo>
                <a:lnTo>
                  <a:pt x="1421955" y="112636"/>
                </a:lnTo>
                <a:lnTo>
                  <a:pt x="1485418" y="112636"/>
                </a:lnTo>
                <a:lnTo>
                  <a:pt x="1480858" y="105448"/>
                </a:lnTo>
                <a:lnTo>
                  <a:pt x="1479791" y="104381"/>
                </a:lnTo>
                <a:lnTo>
                  <a:pt x="1474635" y="99923"/>
                </a:lnTo>
                <a:lnTo>
                  <a:pt x="1479457" y="95085"/>
                </a:lnTo>
                <a:lnTo>
                  <a:pt x="1481883" y="90817"/>
                </a:lnTo>
                <a:lnTo>
                  <a:pt x="1421955" y="90817"/>
                </a:lnTo>
                <a:lnTo>
                  <a:pt x="1421955" y="60871"/>
                </a:lnTo>
                <a:lnTo>
                  <a:pt x="1483386" y="60871"/>
                </a:lnTo>
                <a:lnTo>
                  <a:pt x="1482690" y="58258"/>
                </a:lnTo>
                <a:lnTo>
                  <a:pt x="1455290" y="39484"/>
                </a:lnTo>
                <a:lnTo>
                  <a:pt x="1444980" y="39065"/>
                </a:lnTo>
                <a:close/>
              </a:path>
              <a:path w="1680210" h="168910">
                <a:moveTo>
                  <a:pt x="1485418" y="112636"/>
                </a:moveTo>
                <a:lnTo>
                  <a:pt x="1456055" y="112636"/>
                </a:lnTo>
                <a:lnTo>
                  <a:pt x="1460309" y="117081"/>
                </a:lnTo>
                <a:lnTo>
                  <a:pt x="1460265" y="140154"/>
                </a:lnTo>
                <a:lnTo>
                  <a:pt x="1456055" y="144754"/>
                </a:lnTo>
                <a:lnTo>
                  <a:pt x="1485625" y="144754"/>
                </a:lnTo>
                <a:lnTo>
                  <a:pt x="1486896" y="140154"/>
                </a:lnTo>
                <a:lnTo>
                  <a:pt x="1487627" y="130797"/>
                </a:lnTo>
                <a:lnTo>
                  <a:pt x="1487627" y="121335"/>
                </a:lnTo>
                <a:lnTo>
                  <a:pt x="1485861" y="113334"/>
                </a:lnTo>
                <a:lnTo>
                  <a:pt x="1485418" y="112636"/>
                </a:lnTo>
                <a:close/>
              </a:path>
              <a:path w="1680210" h="168910">
                <a:moveTo>
                  <a:pt x="1483386" y="60871"/>
                </a:moveTo>
                <a:lnTo>
                  <a:pt x="1453883" y="60871"/>
                </a:lnTo>
                <a:lnTo>
                  <a:pt x="1458188" y="64960"/>
                </a:lnTo>
                <a:lnTo>
                  <a:pt x="1458188" y="86563"/>
                </a:lnTo>
                <a:lnTo>
                  <a:pt x="1453883" y="90817"/>
                </a:lnTo>
                <a:lnTo>
                  <a:pt x="1481883" y="90817"/>
                </a:lnTo>
                <a:lnTo>
                  <a:pt x="1482774" y="89250"/>
                </a:lnTo>
                <a:lnTo>
                  <a:pt x="1484688" y="82237"/>
                </a:lnTo>
                <a:lnTo>
                  <a:pt x="1485303" y="73863"/>
                </a:lnTo>
                <a:lnTo>
                  <a:pt x="1484645" y="65596"/>
                </a:lnTo>
                <a:lnTo>
                  <a:pt x="1483386" y="60871"/>
                </a:lnTo>
                <a:close/>
              </a:path>
              <a:path w="1680210" h="168910">
                <a:moveTo>
                  <a:pt x="1517268" y="39065"/>
                </a:moveTo>
                <a:lnTo>
                  <a:pt x="1488173" y="39065"/>
                </a:lnTo>
                <a:lnTo>
                  <a:pt x="1527441" y="120624"/>
                </a:lnTo>
                <a:lnTo>
                  <a:pt x="1527441" y="166509"/>
                </a:lnTo>
                <a:lnTo>
                  <a:pt x="1554911" y="166509"/>
                </a:lnTo>
                <a:lnTo>
                  <a:pt x="1554911" y="120624"/>
                </a:lnTo>
                <a:lnTo>
                  <a:pt x="1567972" y="93497"/>
                </a:lnTo>
                <a:lnTo>
                  <a:pt x="1541195" y="93497"/>
                </a:lnTo>
                <a:lnTo>
                  <a:pt x="1517268" y="39065"/>
                </a:lnTo>
                <a:close/>
              </a:path>
              <a:path w="1680210" h="168910">
                <a:moveTo>
                  <a:pt x="1626171" y="134581"/>
                </a:moveTo>
                <a:lnTo>
                  <a:pt x="1598637" y="134581"/>
                </a:lnTo>
                <a:lnTo>
                  <a:pt x="1598637" y="166509"/>
                </a:lnTo>
                <a:lnTo>
                  <a:pt x="1679854" y="166509"/>
                </a:lnTo>
                <a:lnTo>
                  <a:pt x="1679854" y="144208"/>
                </a:lnTo>
                <a:lnTo>
                  <a:pt x="1626171" y="144208"/>
                </a:lnTo>
                <a:lnTo>
                  <a:pt x="1626171" y="134581"/>
                </a:lnTo>
                <a:close/>
              </a:path>
              <a:path w="1680210" h="168910">
                <a:moveTo>
                  <a:pt x="1626171" y="39065"/>
                </a:moveTo>
                <a:lnTo>
                  <a:pt x="1598637" y="39065"/>
                </a:lnTo>
                <a:lnTo>
                  <a:pt x="1598637" y="110807"/>
                </a:lnTo>
                <a:lnTo>
                  <a:pt x="1586699" y="117792"/>
                </a:lnTo>
                <a:lnTo>
                  <a:pt x="1586699" y="141528"/>
                </a:lnTo>
                <a:lnTo>
                  <a:pt x="1598637" y="134581"/>
                </a:lnTo>
                <a:lnTo>
                  <a:pt x="1626171" y="134581"/>
                </a:lnTo>
                <a:lnTo>
                  <a:pt x="1626171" y="119202"/>
                </a:lnTo>
                <a:lnTo>
                  <a:pt x="1657540" y="100837"/>
                </a:lnTo>
                <a:lnTo>
                  <a:pt x="1657540" y="95478"/>
                </a:lnTo>
                <a:lnTo>
                  <a:pt x="1626171" y="95478"/>
                </a:lnTo>
                <a:lnTo>
                  <a:pt x="1626171" y="39065"/>
                </a:lnTo>
                <a:close/>
              </a:path>
              <a:path w="1680210" h="168910">
                <a:moveTo>
                  <a:pt x="1657540" y="77101"/>
                </a:moveTo>
                <a:lnTo>
                  <a:pt x="1626171" y="95478"/>
                </a:lnTo>
                <a:lnTo>
                  <a:pt x="1657540" y="95478"/>
                </a:lnTo>
                <a:lnTo>
                  <a:pt x="1657540" y="77101"/>
                </a:lnTo>
                <a:close/>
              </a:path>
              <a:path w="1680210" h="168910">
                <a:moveTo>
                  <a:pt x="1594180" y="39065"/>
                </a:moveTo>
                <a:lnTo>
                  <a:pt x="1565084" y="39065"/>
                </a:lnTo>
                <a:lnTo>
                  <a:pt x="1541195" y="93497"/>
                </a:lnTo>
                <a:lnTo>
                  <a:pt x="1567972" y="93497"/>
                </a:lnTo>
                <a:lnTo>
                  <a:pt x="1594180" y="39065"/>
                </a:lnTo>
                <a:close/>
              </a:path>
            </a:pathLst>
          </a:custGeom>
          <a:solidFill>
            <a:srgbClr val="006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81914" y="4039114"/>
            <a:ext cx="980440" cy="131445"/>
          </a:xfrm>
          <a:custGeom>
            <a:avLst/>
            <a:gdLst/>
            <a:ahLst/>
            <a:cxnLst/>
            <a:rect l="l" t="t" r="r" b="b"/>
            <a:pathLst>
              <a:path w="980439" h="131445">
                <a:moveTo>
                  <a:pt x="27482" y="1981"/>
                </a:moveTo>
                <a:lnTo>
                  <a:pt x="0" y="1981"/>
                </a:lnTo>
                <a:lnTo>
                  <a:pt x="0" y="81775"/>
                </a:lnTo>
                <a:lnTo>
                  <a:pt x="252" y="90881"/>
                </a:lnTo>
                <a:lnTo>
                  <a:pt x="318" y="93267"/>
                </a:lnTo>
                <a:lnTo>
                  <a:pt x="1253" y="101053"/>
                </a:lnTo>
                <a:lnTo>
                  <a:pt x="1368" y="102011"/>
                </a:lnTo>
                <a:lnTo>
                  <a:pt x="3289" y="108809"/>
                </a:lnTo>
                <a:lnTo>
                  <a:pt x="47104" y="131406"/>
                </a:lnTo>
                <a:lnTo>
                  <a:pt x="60278" y="130574"/>
                </a:lnTo>
                <a:lnTo>
                  <a:pt x="90686" y="109245"/>
                </a:lnTo>
                <a:lnTo>
                  <a:pt x="37846" y="109245"/>
                </a:lnTo>
                <a:lnTo>
                  <a:pt x="33197" y="106921"/>
                </a:lnTo>
                <a:lnTo>
                  <a:pt x="30162" y="101053"/>
                </a:lnTo>
                <a:lnTo>
                  <a:pt x="28181" y="97104"/>
                </a:lnTo>
                <a:lnTo>
                  <a:pt x="27482" y="92138"/>
                </a:lnTo>
                <a:lnTo>
                  <a:pt x="27482" y="1981"/>
                </a:lnTo>
                <a:close/>
              </a:path>
              <a:path w="980439" h="131445">
                <a:moveTo>
                  <a:pt x="94208" y="1981"/>
                </a:moveTo>
                <a:lnTo>
                  <a:pt x="66738" y="1981"/>
                </a:lnTo>
                <a:lnTo>
                  <a:pt x="66738" y="90881"/>
                </a:lnTo>
                <a:lnTo>
                  <a:pt x="66179" y="95897"/>
                </a:lnTo>
                <a:lnTo>
                  <a:pt x="64604" y="99644"/>
                </a:lnTo>
                <a:lnTo>
                  <a:pt x="61734" y="106565"/>
                </a:lnTo>
                <a:lnTo>
                  <a:pt x="57124" y="109245"/>
                </a:lnTo>
                <a:lnTo>
                  <a:pt x="90686" y="109245"/>
                </a:lnTo>
                <a:lnTo>
                  <a:pt x="92567" y="103625"/>
                </a:lnTo>
                <a:lnTo>
                  <a:pt x="93837" y="94254"/>
                </a:lnTo>
                <a:lnTo>
                  <a:pt x="94208" y="81775"/>
                </a:lnTo>
                <a:lnTo>
                  <a:pt x="94208" y="1981"/>
                </a:lnTo>
                <a:close/>
              </a:path>
              <a:path w="980439" h="131445">
                <a:moveTo>
                  <a:pt x="143510" y="1981"/>
                </a:moveTo>
                <a:lnTo>
                  <a:pt x="116890" y="1981"/>
                </a:lnTo>
                <a:lnTo>
                  <a:pt x="116890" y="129438"/>
                </a:lnTo>
                <a:lnTo>
                  <a:pt x="143510" y="129438"/>
                </a:lnTo>
                <a:lnTo>
                  <a:pt x="143510" y="47878"/>
                </a:lnTo>
                <a:lnTo>
                  <a:pt x="168899" y="47878"/>
                </a:lnTo>
                <a:lnTo>
                  <a:pt x="143510" y="1981"/>
                </a:lnTo>
                <a:close/>
              </a:path>
              <a:path w="980439" h="131445">
                <a:moveTo>
                  <a:pt x="168899" y="47878"/>
                </a:moveTo>
                <a:lnTo>
                  <a:pt x="143510" y="47878"/>
                </a:lnTo>
                <a:lnTo>
                  <a:pt x="188633" y="129438"/>
                </a:lnTo>
                <a:lnTo>
                  <a:pt x="215252" y="129438"/>
                </a:lnTo>
                <a:lnTo>
                  <a:pt x="215252" y="83553"/>
                </a:lnTo>
                <a:lnTo>
                  <a:pt x="188633" y="83553"/>
                </a:lnTo>
                <a:lnTo>
                  <a:pt x="168899" y="47878"/>
                </a:lnTo>
                <a:close/>
              </a:path>
              <a:path w="980439" h="131445">
                <a:moveTo>
                  <a:pt x="215252" y="1981"/>
                </a:moveTo>
                <a:lnTo>
                  <a:pt x="188633" y="1981"/>
                </a:lnTo>
                <a:lnTo>
                  <a:pt x="188633" y="83553"/>
                </a:lnTo>
                <a:lnTo>
                  <a:pt x="215252" y="83553"/>
                </a:lnTo>
                <a:lnTo>
                  <a:pt x="215252" y="1981"/>
                </a:lnTo>
                <a:close/>
              </a:path>
              <a:path w="980439" h="131445">
                <a:moveTo>
                  <a:pt x="265963" y="1981"/>
                </a:moveTo>
                <a:lnTo>
                  <a:pt x="238442" y="1981"/>
                </a:lnTo>
                <a:lnTo>
                  <a:pt x="238442" y="129438"/>
                </a:lnTo>
                <a:lnTo>
                  <a:pt x="265963" y="129438"/>
                </a:lnTo>
                <a:lnTo>
                  <a:pt x="265963" y="1981"/>
                </a:lnTo>
                <a:close/>
              </a:path>
              <a:path w="980439" h="131445">
                <a:moveTo>
                  <a:pt x="316661" y="1981"/>
                </a:moveTo>
                <a:lnTo>
                  <a:pt x="289496" y="1981"/>
                </a:lnTo>
                <a:lnTo>
                  <a:pt x="289496" y="129438"/>
                </a:lnTo>
                <a:lnTo>
                  <a:pt x="316661" y="129438"/>
                </a:lnTo>
                <a:lnTo>
                  <a:pt x="316661" y="85712"/>
                </a:lnTo>
                <a:lnTo>
                  <a:pt x="326275" y="73024"/>
                </a:lnTo>
                <a:lnTo>
                  <a:pt x="355062" y="73024"/>
                </a:lnTo>
                <a:lnTo>
                  <a:pt x="344144" y="54444"/>
                </a:lnTo>
                <a:lnTo>
                  <a:pt x="344990" y="53390"/>
                </a:lnTo>
                <a:lnTo>
                  <a:pt x="316661" y="53390"/>
                </a:lnTo>
                <a:lnTo>
                  <a:pt x="316661" y="1981"/>
                </a:lnTo>
                <a:close/>
              </a:path>
              <a:path w="980439" h="131445">
                <a:moveTo>
                  <a:pt x="355062" y="73024"/>
                </a:moveTo>
                <a:lnTo>
                  <a:pt x="326275" y="73024"/>
                </a:lnTo>
                <a:lnTo>
                  <a:pt x="356285" y="129438"/>
                </a:lnTo>
                <a:lnTo>
                  <a:pt x="388213" y="129438"/>
                </a:lnTo>
                <a:lnTo>
                  <a:pt x="355062" y="73024"/>
                </a:lnTo>
                <a:close/>
              </a:path>
              <a:path w="980439" h="131445">
                <a:moveTo>
                  <a:pt x="386245" y="1981"/>
                </a:moveTo>
                <a:lnTo>
                  <a:pt x="354114" y="1981"/>
                </a:lnTo>
                <a:lnTo>
                  <a:pt x="316661" y="53390"/>
                </a:lnTo>
                <a:lnTo>
                  <a:pt x="344990" y="53390"/>
                </a:lnTo>
                <a:lnTo>
                  <a:pt x="386245" y="1981"/>
                </a:lnTo>
                <a:close/>
              </a:path>
              <a:path w="980439" h="131445">
                <a:moveTo>
                  <a:pt x="462851" y="1981"/>
                </a:moveTo>
                <a:lnTo>
                  <a:pt x="436283" y="1981"/>
                </a:lnTo>
                <a:lnTo>
                  <a:pt x="390182" y="129438"/>
                </a:lnTo>
                <a:lnTo>
                  <a:pt x="419836" y="129438"/>
                </a:lnTo>
                <a:lnTo>
                  <a:pt x="427316" y="105498"/>
                </a:lnTo>
                <a:lnTo>
                  <a:pt x="500407" y="105498"/>
                </a:lnTo>
                <a:lnTo>
                  <a:pt x="492514" y="83743"/>
                </a:lnTo>
                <a:lnTo>
                  <a:pt x="433959" y="83743"/>
                </a:lnTo>
                <a:lnTo>
                  <a:pt x="449834" y="34112"/>
                </a:lnTo>
                <a:lnTo>
                  <a:pt x="474508" y="34112"/>
                </a:lnTo>
                <a:lnTo>
                  <a:pt x="462851" y="1981"/>
                </a:lnTo>
                <a:close/>
              </a:path>
              <a:path w="980439" h="131445">
                <a:moveTo>
                  <a:pt x="500407" y="105498"/>
                </a:moveTo>
                <a:lnTo>
                  <a:pt x="471957" y="105498"/>
                </a:lnTo>
                <a:lnTo>
                  <a:pt x="479298" y="129438"/>
                </a:lnTo>
                <a:lnTo>
                  <a:pt x="509092" y="129438"/>
                </a:lnTo>
                <a:lnTo>
                  <a:pt x="500407" y="105498"/>
                </a:lnTo>
                <a:close/>
              </a:path>
              <a:path w="980439" h="131445">
                <a:moveTo>
                  <a:pt x="558342" y="24295"/>
                </a:moveTo>
                <a:lnTo>
                  <a:pt x="530872" y="24295"/>
                </a:lnTo>
                <a:lnTo>
                  <a:pt x="530872" y="129438"/>
                </a:lnTo>
                <a:lnTo>
                  <a:pt x="558342" y="129438"/>
                </a:lnTo>
                <a:lnTo>
                  <a:pt x="558342" y="24295"/>
                </a:lnTo>
                <a:close/>
              </a:path>
              <a:path w="980439" h="131445">
                <a:moveTo>
                  <a:pt x="474508" y="34112"/>
                </a:moveTo>
                <a:lnTo>
                  <a:pt x="449834" y="34112"/>
                </a:lnTo>
                <a:lnTo>
                  <a:pt x="465366" y="83743"/>
                </a:lnTo>
                <a:lnTo>
                  <a:pt x="492514" y="83743"/>
                </a:lnTo>
                <a:lnTo>
                  <a:pt x="474508" y="34112"/>
                </a:lnTo>
                <a:close/>
              </a:path>
              <a:path w="980439" h="131445">
                <a:moveTo>
                  <a:pt x="592099" y="1981"/>
                </a:moveTo>
                <a:lnTo>
                  <a:pt x="496963" y="1981"/>
                </a:lnTo>
                <a:lnTo>
                  <a:pt x="496963" y="24295"/>
                </a:lnTo>
                <a:lnTo>
                  <a:pt x="592099" y="24295"/>
                </a:lnTo>
                <a:lnTo>
                  <a:pt x="592099" y="1981"/>
                </a:lnTo>
                <a:close/>
              </a:path>
              <a:path w="980439" h="131445">
                <a:moveTo>
                  <a:pt x="651141" y="0"/>
                </a:moveTo>
                <a:lnTo>
                  <a:pt x="613651" y="13055"/>
                </a:lnTo>
                <a:lnTo>
                  <a:pt x="602983" y="50711"/>
                </a:lnTo>
                <a:lnTo>
                  <a:pt x="602983" y="80708"/>
                </a:lnTo>
                <a:lnTo>
                  <a:pt x="618728" y="123129"/>
                </a:lnTo>
                <a:lnTo>
                  <a:pt x="651141" y="131406"/>
                </a:lnTo>
                <a:lnTo>
                  <a:pt x="663507" y="130676"/>
                </a:lnTo>
                <a:lnTo>
                  <a:pt x="694816" y="109245"/>
                </a:lnTo>
                <a:lnTo>
                  <a:pt x="651141" y="109245"/>
                </a:lnTo>
                <a:lnTo>
                  <a:pt x="641356" y="107689"/>
                </a:lnTo>
                <a:lnTo>
                  <a:pt x="634973" y="102525"/>
                </a:lnTo>
                <a:lnTo>
                  <a:pt x="631501" y="93005"/>
                </a:lnTo>
                <a:lnTo>
                  <a:pt x="630453" y="78384"/>
                </a:lnTo>
                <a:lnTo>
                  <a:pt x="630453" y="53035"/>
                </a:lnTo>
                <a:lnTo>
                  <a:pt x="651357" y="22161"/>
                </a:lnTo>
                <a:lnTo>
                  <a:pt x="694963" y="22161"/>
                </a:lnTo>
                <a:lnTo>
                  <a:pt x="694779" y="21641"/>
                </a:lnTo>
                <a:lnTo>
                  <a:pt x="690765" y="15176"/>
                </a:lnTo>
                <a:lnTo>
                  <a:pt x="683765" y="8304"/>
                </a:lnTo>
                <a:lnTo>
                  <a:pt x="675054" y="3587"/>
                </a:lnTo>
                <a:lnTo>
                  <a:pt x="664292" y="871"/>
                </a:lnTo>
                <a:lnTo>
                  <a:pt x="651141" y="0"/>
                </a:lnTo>
                <a:close/>
              </a:path>
              <a:path w="980439" h="131445">
                <a:moveTo>
                  <a:pt x="694963" y="22161"/>
                </a:moveTo>
                <a:lnTo>
                  <a:pt x="651357" y="22161"/>
                </a:lnTo>
                <a:lnTo>
                  <a:pt x="661135" y="23719"/>
                </a:lnTo>
                <a:lnTo>
                  <a:pt x="667515" y="28887"/>
                </a:lnTo>
                <a:lnTo>
                  <a:pt x="670985" y="38411"/>
                </a:lnTo>
                <a:lnTo>
                  <a:pt x="672033" y="53035"/>
                </a:lnTo>
                <a:lnTo>
                  <a:pt x="672033" y="78384"/>
                </a:lnTo>
                <a:lnTo>
                  <a:pt x="671014" y="92545"/>
                </a:lnTo>
                <a:lnTo>
                  <a:pt x="670981" y="93005"/>
                </a:lnTo>
                <a:lnTo>
                  <a:pt x="667488" y="102525"/>
                </a:lnTo>
                <a:lnTo>
                  <a:pt x="661044" y="107689"/>
                </a:lnTo>
                <a:lnTo>
                  <a:pt x="651141" y="109245"/>
                </a:lnTo>
                <a:lnTo>
                  <a:pt x="694816" y="109245"/>
                </a:lnTo>
                <a:lnTo>
                  <a:pt x="697118" y="103611"/>
                </a:lnTo>
                <a:lnTo>
                  <a:pt x="698950" y="93485"/>
                </a:lnTo>
                <a:lnTo>
                  <a:pt x="699516" y="80708"/>
                </a:lnTo>
                <a:lnTo>
                  <a:pt x="699516" y="50711"/>
                </a:lnTo>
                <a:lnTo>
                  <a:pt x="699031" y="38838"/>
                </a:lnTo>
                <a:lnTo>
                  <a:pt x="697493" y="29338"/>
                </a:lnTo>
                <a:lnTo>
                  <a:pt x="694963" y="22161"/>
                </a:lnTo>
                <a:close/>
              </a:path>
              <a:path w="980439" h="131445">
                <a:moveTo>
                  <a:pt x="736155" y="1981"/>
                </a:moveTo>
                <a:lnTo>
                  <a:pt x="708685" y="1981"/>
                </a:lnTo>
                <a:lnTo>
                  <a:pt x="741172" y="129438"/>
                </a:lnTo>
                <a:lnTo>
                  <a:pt x="765962" y="129438"/>
                </a:lnTo>
                <a:lnTo>
                  <a:pt x="775891" y="92849"/>
                </a:lnTo>
                <a:lnTo>
                  <a:pt x="754875" y="92849"/>
                </a:lnTo>
                <a:lnTo>
                  <a:pt x="736155" y="1981"/>
                </a:lnTo>
                <a:close/>
              </a:path>
              <a:path w="980439" h="131445">
                <a:moveTo>
                  <a:pt x="810416" y="45338"/>
                </a:moveTo>
                <a:lnTo>
                  <a:pt x="788784" y="45338"/>
                </a:lnTo>
                <a:lnTo>
                  <a:pt x="811657" y="129438"/>
                </a:lnTo>
                <a:lnTo>
                  <a:pt x="836294" y="129438"/>
                </a:lnTo>
                <a:lnTo>
                  <a:pt x="845664" y="92849"/>
                </a:lnTo>
                <a:lnTo>
                  <a:pt x="822528" y="92849"/>
                </a:lnTo>
                <a:lnTo>
                  <a:pt x="810416" y="45338"/>
                </a:lnTo>
                <a:close/>
              </a:path>
              <a:path w="980439" h="131445">
                <a:moveTo>
                  <a:pt x="799363" y="1981"/>
                </a:moveTo>
                <a:lnTo>
                  <a:pt x="778103" y="1981"/>
                </a:lnTo>
                <a:lnTo>
                  <a:pt x="754875" y="92849"/>
                </a:lnTo>
                <a:lnTo>
                  <a:pt x="775891" y="92849"/>
                </a:lnTo>
                <a:lnTo>
                  <a:pt x="788784" y="45338"/>
                </a:lnTo>
                <a:lnTo>
                  <a:pt x="810416" y="45338"/>
                </a:lnTo>
                <a:lnTo>
                  <a:pt x="799363" y="1981"/>
                </a:lnTo>
                <a:close/>
              </a:path>
              <a:path w="980439" h="131445">
                <a:moveTo>
                  <a:pt x="868934" y="1981"/>
                </a:moveTo>
                <a:lnTo>
                  <a:pt x="841451" y="1981"/>
                </a:lnTo>
                <a:lnTo>
                  <a:pt x="822528" y="92849"/>
                </a:lnTo>
                <a:lnTo>
                  <a:pt x="845664" y="92849"/>
                </a:lnTo>
                <a:lnTo>
                  <a:pt x="868934" y="1981"/>
                </a:lnTo>
                <a:close/>
              </a:path>
              <a:path w="980439" h="131445">
                <a:moveTo>
                  <a:pt x="903198" y="1981"/>
                </a:moveTo>
                <a:lnTo>
                  <a:pt x="874115" y="1981"/>
                </a:lnTo>
                <a:lnTo>
                  <a:pt x="913371" y="83553"/>
                </a:lnTo>
                <a:lnTo>
                  <a:pt x="913371" y="129438"/>
                </a:lnTo>
                <a:lnTo>
                  <a:pt x="940854" y="129438"/>
                </a:lnTo>
                <a:lnTo>
                  <a:pt x="940854" y="83553"/>
                </a:lnTo>
                <a:lnTo>
                  <a:pt x="953908" y="56426"/>
                </a:lnTo>
                <a:lnTo>
                  <a:pt x="927138" y="56426"/>
                </a:lnTo>
                <a:lnTo>
                  <a:pt x="903198" y="1981"/>
                </a:lnTo>
                <a:close/>
              </a:path>
              <a:path w="980439" h="131445">
                <a:moveTo>
                  <a:pt x="980109" y="1981"/>
                </a:moveTo>
                <a:lnTo>
                  <a:pt x="951014" y="1981"/>
                </a:lnTo>
                <a:lnTo>
                  <a:pt x="927138" y="56426"/>
                </a:lnTo>
                <a:lnTo>
                  <a:pt x="953908" y="56426"/>
                </a:lnTo>
                <a:lnTo>
                  <a:pt x="980109" y="1981"/>
                </a:lnTo>
                <a:close/>
              </a:path>
            </a:pathLst>
          </a:custGeom>
          <a:solidFill>
            <a:srgbClr val="0066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7807" y="632085"/>
            <a:ext cx="1560830" cy="189865"/>
          </a:xfrm>
          <a:custGeom>
            <a:avLst/>
            <a:gdLst/>
            <a:ahLst/>
            <a:cxnLst/>
            <a:rect l="l" t="t" r="r" b="b"/>
            <a:pathLst>
              <a:path w="1560830" h="189865">
                <a:moveTo>
                  <a:pt x="119938" y="215"/>
                </a:moveTo>
                <a:lnTo>
                  <a:pt x="3632" y="215"/>
                </a:lnTo>
                <a:lnTo>
                  <a:pt x="3632" y="32892"/>
                </a:lnTo>
                <a:lnTo>
                  <a:pt x="74460" y="32892"/>
                </a:lnTo>
                <a:lnTo>
                  <a:pt x="0" y="160464"/>
                </a:lnTo>
                <a:lnTo>
                  <a:pt x="0" y="186842"/>
                </a:lnTo>
                <a:lnTo>
                  <a:pt x="123647" y="186842"/>
                </a:lnTo>
                <a:lnTo>
                  <a:pt x="123647" y="154165"/>
                </a:lnTo>
                <a:lnTo>
                  <a:pt x="45186" y="154165"/>
                </a:lnTo>
                <a:lnTo>
                  <a:pt x="119938" y="26593"/>
                </a:lnTo>
                <a:lnTo>
                  <a:pt x="119938" y="215"/>
                </a:lnTo>
                <a:close/>
              </a:path>
              <a:path w="1560830" h="189865">
                <a:moveTo>
                  <a:pt x="206463" y="48298"/>
                </a:moveTo>
                <a:lnTo>
                  <a:pt x="179262" y="51746"/>
                </a:lnTo>
                <a:lnTo>
                  <a:pt x="160666" y="62550"/>
                </a:lnTo>
                <a:lnTo>
                  <a:pt x="150001" y="81398"/>
                </a:lnTo>
                <a:lnTo>
                  <a:pt x="146596" y="108978"/>
                </a:lnTo>
                <a:lnTo>
                  <a:pt x="146596" y="129349"/>
                </a:lnTo>
                <a:lnTo>
                  <a:pt x="149955" y="156849"/>
                </a:lnTo>
                <a:lnTo>
                  <a:pt x="160523" y="175596"/>
                </a:lnTo>
                <a:lnTo>
                  <a:pt x="179037" y="186313"/>
                </a:lnTo>
                <a:lnTo>
                  <a:pt x="206235" y="189725"/>
                </a:lnTo>
                <a:lnTo>
                  <a:pt x="233557" y="186313"/>
                </a:lnTo>
                <a:lnTo>
                  <a:pt x="252136" y="175596"/>
                </a:lnTo>
                <a:lnTo>
                  <a:pt x="261274" y="159423"/>
                </a:lnTo>
                <a:lnTo>
                  <a:pt x="206463" y="159423"/>
                </a:lnTo>
                <a:lnTo>
                  <a:pt x="196481" y="157616"/>
                </a:lnTo>
                <a:lnTo>
                  <a:pt x="189776" y="151858"/>
                </a:lnTo>
                <a:lnTo>
                  <a:pt x="186004" y="141640"/>
                </a:lnTo>
                <a:lnTo>
                  <a:pt x="184823" y="126453"/>
                </a:lnTo>
                <a:lnTo>
                  <a:pt x="184823" y="111861"/>
                </a:lnTo>
                <a:lnTo>
                  <a:pt x="186004" y="96511"/>
                </a:lnTo>
                <a:lnTo>
                  <a:pt x="189776" y="86206"/>
                </a:lnTo>
                <a:lnTo>
                  <a:pt x="196481" y="80413"/>
                </a:lnTo>
                <a:lnTo>
                  <a:pt x="206463" y="78600"/>
                </a:lnTo>
                <a:lnTo>
                  <a:pt x="261111" y="78600"/>
                </a:lnTo>
                <a:lnTo>
                  <a:pt x="252055" y="62550"/>
                </a:lnTo>
                <a:lnTo>
                  <a:pt x="233530" y="51746"/>
                </a:lnTo>
                <a:lnTo>
                  <a:pt x="206463" y="48298"/>
                </a:lnTo>
                <a:close/>
              </a:path>
              <a:path w="1560830" h="189865">
                <a:moveTo>
                  <a:pt x="261111" y="78600"/>
                </a:moveTo>
                <a:lnTo>
                  <a:pt x="206463" y="78600"/>
                </a:lnTo>
                <a:lnTo>
                  <a:pt x="216318" y="80413"/>
                </a:lnTo>
                <a:lnTo>
                  <a:pt x="222978" y="86206"/>
                </a:lnTo>
                <a:lnTo>
                  <a:pt x="226750" y="96511"/>
                </a:lnTo>
                <a:lnTo>
                  <a:pt x="227939" y="111861"/>
                </a:lnTo>
                <a:lnTo>
                  <a:pt x="227939" y="126453"/>
                </a:lnTo>
                <a:lnTo>
                  <a:pt x="226750" y="141640"/>
                </a:lnTo>
                <a:lnTo>
                  <a:pt x="222978" y="151858"/>
                </a:lnTo>
                <a:lnTo>
                  <a:pt x="216318" y="157616"/>
                </a:lnTo>
                <a:lnTo>
                  <a:pt x="206463" y="159423"/>
                </a:lnTo>
                <a:lnTo>
                  <a:pt x="261274" y="159423"/>
                </a:lnTo>
                <a:lnTo>
                  <a:pt x="262728" y="156849"/>
                </a:lnTo>
                <a:lnTo>
                  <a:pt x="266090" y="129349"/>
                </a:lnTo>
                <a:lnTo>
                  <a:pt x="266090" y="108978"/>
                </a:lnTo>
                <a:lnTo>
                  <a:pt x="262690" y="81398"/>
                </a:lnTo>
                <a:lnTo>
                  <a:pt x="261111" y="78600"/>
                </a:lnTo>
                <a:close/>
              </a:path>
              <a:path w="1560830" h="189865">
                <a:moveTo>
                  <a:pt x="395272" y="178473"/>
                </a:moveTo>
                <a:lnTo>
                  <a:pt x="326237" y="178473"/>
                </a:lnTo>
                <a:lnTo>
                  <a:pt x="333710" y="183981"/>
                </a:lnTo>
                <a:lnTo>
                  <a:pt x="341206" y="187432"/>
                </a:lnTo>
                <a:lnTo>
                  <a:pt x="349828" y="189217"/>
                </a:lnTo>
                <a:lnTo>
                  <a:pt x="360680" y="189725"/>
                </a:lnTo>
                <a:lnTo>
                  <a:pt x="383866" y="186273"/>
                </a:lnTo>
                <a:lnTo>
                  <a:pt x="395272" y="178473"/>
                </a:lnTo>
                <a:close/>
              </a:path>
              <a:path w="1560830" h="189865">
                <a:moveTo>
                  <a:pt x="332752" y="215"/>
                </a:moveTo>
                <a:lnTo>
                  <a:pt x="294601" y="215"/>
                </a:lnTo>
                <a:lnTo>
                  <a:pt x="294601" y="186842"/>
                </a:lnTo>
                <a:lnTo>
                  <a:pt x="323862" y="186842"/>
                </a:lnTo>
                <a:lnTo>
                  <a:pt x="326237" y="178473"/>
                </a:lnTo>
                <a:lnTo>
                  <a:pt x="395272" y="178473"/>
                </a:lnTo>
                <a:lnTo>
                  <a:pt x="399699" y="175445"/>
                </a:lnTo>
                <a:lnTo>
                  <a:pt x="407381" y="159423"/>
                </a:lnTo>
                <a:lnTo>
                  <a:pt x="353415" y="159423"/>
                </a:lnTo>
                <a:lnTo>
                  <a:pt x="344127" y="157873"/>
                </a:lnTo>
                <a:lnTo>
                  <a:pt x="337697" y="153130"/>
                </a:lnTo>
                <a:lnTo>
                  <a:pt x="333961" y="145053"/>
                </a:lnTo>
                <a:lnTo>
                  <a:pt x="332752" y="133502"/>
                </a:lnTo>
                <a:lnTo>
                  <a:pt x="332752" y="104533"/>
                </a:lnTo>
                <a:lnTo>
                  <a:pt x="333991" y="92980"/>
                </a:lnTo>
                <a:lnTo>
                  <a:pt x="337778" y="84899"/>
                </a:lnTo>
                <a:lnTo>
                  <a:pt x="344218" y="80152"/>
                </a:lnTo>
                <a:lnTo>
                  <a:pt x="353415" y="78600"/>
                </a:lnTo>
                <a:lnTo>
                  <a:pt x="407330" y="78600"/>
                </a:lnTo>
                <a:lnTo>
                  <a:pt x="399735" y="62691"/>
                </a:lnTo>
                <a:lnTo>
                  <a:pt x="390279" y="56146"/>
                </a:lnTo>
                <a:lnTo>
                  <a:pt x="332752" y="56146"/>
                </a:lnTo>
                <a:lnTo>
                  <a:pt x="332752" y="215"/>
                </a:lnTo>
                <a:close/>
              </a:path>
              <a:path w="1560830" h="189865">
                <a:moveTo>
                  <a:pt x="407330" y="78600"/>
                </a:moveTo>
                <a:lnTo>
                  <a:pt x="353415" y="78600"/>
                </a:lnTo>
                <a:lnTo>
                  <a:pt x="362542" y="80561"/>
                </a:lnTo>
                <a:lnTo>
                  <a:pt x="368888" y="86620"/>
                </a:lnTo>
                <a:lnTo>
                  <a:pt x="372594" y="97041"/>
                </a:lnTo>
                <a:lnTo>
                  <a:pt x="373799" y="112090"/>
                </a:lnTo>
                <a:lnTo>
                  <a:pt x="373799" y="125945"/>
                </a:lnTo>
                <a:lnTo>
                  <a:pt x="372594" y="141115"/>
                </a:lnTo>
                <a:lnTo>
                  <a:pt x="368888" y="151518"/>
                </a:lnTo>
                <a:lnTo>
                  <a:pt x="362542" y="157505"/>
                </a:lnTo>
                <a:lnTo>
                  <a:pt x="353415" y="159423"/>
                </a:lnTo>
                <a:lnTo>
                  <a:pt x="407381" y="159423"/>
                </a:lnTo>
                <a:lnTo>
                  <a:pt x="408766" y="156533"/>
                </a:lnTo>
                <a:lnTo>
                  <a:pt x="411657" y="128828"/>
                </a:lnTo>
                <a:lnTo>
                  <a:pt x="411657" y="109194"/>
                </a:lnTo>
                <a:lnTo>
                  <a:pt x="408770" y="81618"/>
                </a:lnTo>
                <a:lnTo>
                  <a:pt x="407330" y="78600"/>
                </a:lnTo>
                <a:close/>
              </a:path>
              <a:path w="1560830" h="189865">
                <a:moveTo>
                  <a:pt x="360972" y="48298"/>
                </a:moveTo>
                <a:lnTo>
                  <a:pt x="353376" y="48713"/>
                </a:lnTo>
                <a:lnTo>
                  <a:pt x="346586" y="50060"/>
                </a:lnTo>
                <a:lnTo>
                  <a:pt x="339933" y="52487"/>
                </a:lnTo>
                <a:lnTo>
                  <a:pt x="332752" y="56146"/>
                </a:lnTo>
                <a:lnTo>
                  <a:pt x="390279" y="56146"/>
                </a:lnTo>
                <a:lnTo>
                  <a:pt x="383990" y="51792"/>
                </a:lnTo>
                <a:lnTo>
                  <a:pt x="360972" y="48298"/>
                </a:lnTo>
                <a:close/>
              </a:path>
              <a:path w="1560830" h="189865">
                <a:moveTo>
                  <a:pt x="543436" y="78600"/>
                </a:moveTo>
                <a:lnTo>
                  <a:pt x="488010" y="78600"/>
                </a:lnTo>
                <a:lnTo>
                  <a:pt x="496835" y="79854"/>
                </a:lnTo>
                <a:lnTo>
                  <a:pt x="503027" y="83692"/>
                </a:lnTo>
                <a:lnTo>
                  <a:pt x="506676" y="90226"/>
                </a:lnTo>
                <a:lnTo>
                  <a:pt x="507873" y="99567"/>
                </a:lnTo>
                <a:lnTo>
                  <a:pt x="507873" y="104012"/>
                </a:lnTo>
                <a:lnTo>
                  <a:pt x="483044" y="104012"/>
                </a:lnTo>
                <a:lnTo>
                  <a:pt x="458908" y="106109"/>
                </a:lnTo>
                <a:lnTo>
                  <a:pt x="443291" y="113171"/>
                </a:lnTo>
                <a:lnTo>
                  <a:pt x="434883" y="126360"/>
                </a:lnTo>
                <a:lnTo>
                  <a:pt x="432371" y="146837"/>
                </a:lnTo>
                <a:lnTo>
                  <a:pt x="434846" y="166665"/>
                </a:lnTo>
                <a:lnTo>
                  <a:pt x="442695" y="179806"/>
                </a:lnTo>
                <a:lnTo>
                  <a:pt x="442780" y="179949"/>
                </a:lnTo>
                <a:lnTo>
                  <a:pt x="455878" y="186842"/>
                </a:lnTo>
                <a:lnTo>
                  <a:pt x="456980" y="187404"/>
                </a:lnTo>
                <a:lnTo>
                  <a:pt x="478078" y="189725"/>
                </a:lnTo>
                <a:lnTo>
                  <a:pt x="489871" y="189164"/>
                </a:lnTo>
                <a:lnTo>
                  <a:pt x="499392" y="187404"/>
                </a:lnTo>
                <a:lnTo>
                  <a:pt x="507203" y="184324"/>
                </a:lnTo>
                <a:lnTo>
                  <a:pt x="513867" y="179806"/>
                </a:lnTo>
                <a:lnTo>
                  <a:pt x="546023" y="179806"/>
                </a:lnTo>
                <a:lnTo>
                  <a:pt x="546023" y="161213"/>
                </a:lnTo>
                <a:lnTo>
                  <a:pt x="473341" y="161213"/>
                </a:lnTo>
                <a:lnTo>
                  <a:pt x="468160" y="157276"/>
                </a:lnTo>
                <a:lnTo>
                  <a:pt x="468160" y="145795"/>
                </a:lnTo>
                <a:lnTo>
                  <a:pt x="469237" y="138117"/>
                </a:lnTo>
                <a:lnTo>
                  <a:pt x="472662" y="132926"/>
                </a:lnTo>
                <a:lnTo>
                  <a:pt x="478725" y="129985"/>
                </a:lnTo>
                <a:lnTo>
                  <a:pt x="487718" y="129057"/>
                </a:lnTo>
                <a:lnTo>
                  <a:pt x="546023" y="129057"/>
                </a:lnTo>
                <a:lnTo>
                  <a:pt x="545964" y="104012"/>
                </a:lnTo>
                <a:lnTo>
                  <a:pt x="545862" y="99567"/>
                </a:lnTo>
                <a:lnTo>
                  <a:pt x="545763" y="95206"/>
                </a:lnTo>
                <a:lnTo>
                  <a:pt x="544939" y="86104"/>
                </a:lnTo>
                <a:lnTo>
                  <a:pt x="543489" y="78752"/>
                </a:lnTo>
                <a:lnTo>
                  <a:pt x="543436" y="78600"/>
                </a:lnTo>
                <a:close/>
              </a:path>
              <a:path w="1560830" h="189865">
                <a:moveTo>
                  <a:pt x="546023" y="179806"/>
                </a:moveTo>
                <a:lnTo>
                  <a:pt x="513867" y="179806"/>
                </a:lnTo>
                <a:lnTo>
                  <a:pt x="516242" y="186842"/>
                </a:lnTo>
                <a:lnTo>
                  <a:pt x="546023" y="186842"/>
                </a:lnTo>
                <a:lnTo>
                  <a:pt x="546023" y="179806"/>
                </a:lnTo>
                <a:close/>
              </a:path>
              <a:path w="1560830" h="189865">
                <a:moveTo>
                  <a:pt x="546023" y="129057"/>
                </a:moveTo>
                <a:lnTo>
                  <a:pt x="507873" y="129057"/>
                </a:lnTo>
                <a:lnTo>
                  <a:pt x="507873" y="140093"/>
                </a:lnTo>
                <a:lnTo>
                  <a:pt x="506937" y="150332"/>
                </a:lnTo>
                <a:lnTo>
                  <a:pt x="503723" y="156821"/>
                </a:lnTo>
                <a:lnTo>
                  <a:pt x="497618" y="160226"/>
                </a:lnTo>
                <a:lnTo>
                  <a:pt x="488010" y="161213"/>
                </a:lnTo>
                <a:lnTo>
                  <a:pt x="546023" y="161213"/>
                </a:lnTo>
                <a:lnTo>
                  <a:pt x="546023" y="129057"/>
                </a:lnTo>
                <a:close/>
              </a:path>
              <a:path w="1560830" h="189865">
                <a:moveTo>
                  <a:pt x="491947" y="48298"/>
                </a:moveTo>
                <a:lnTo>
                  <a:pt x="474134" y="49897"/>
                </a:lnTo>
                <a:lnTo>
                  <a:pt x="474373" y="49897"/>
                </a:lnTo>
                <a:lnTo>
                  <a:pt x="459324" y="54589"/>
                </a:lnTo>
                <a:lnTo>
                  <a:pt x="446664" y="62426"/>
                </a:lnTo>
                <a:lnTo>
                  <a:pt x="436524" y="73418"/>
                </a:lnTo>
                <a:lnTo>
                  <a:pt x="462673" y="91719"/>
                </a:lnTo>
                <a:lnTo>
                  <a:pt x="468163" y="85919"/>
                </a:lnTo>
                <a:lnTo>
                  <a:pt x="474146" y="81826"/>
                </a:lnTo>
                <a:lnTo>
                  <a:pt x="480727" y="79400"/>
                </a:lnTo>
                <a:lnTo>
                  <a:pt x="488010" y="78600"/>
                </a:lnTo>
                <a:lnTo>
                  <a:pt x="543436" y="78600"/>
                </a:lnTo>
                <a:lnTo>
                  <a:pt x="541350" y="72605"/>
                </a:lnTo>
                <a:lnTo>
                  <a:pt x="534161" y="62212"/>
                </a:lnTo>
                <a:lnTo>
                  <a:pt x="523397" y="54589"/>
                </a:lnTo>
                <a:lnTo>
                  <a:pt x="509258" y="49897"/>
                </a:lnTo>
                <a:lnTo>
                  <a:pt x="491947" y="48298"/>
                </a:lnTo>
                <a:close/>
              </a:path>
              <a:path w="1560830" h="189865">
                <a:moveTo>
                  <a:pt x="629640" y="48298"/>
                </a:moveTo>
                <a:lnTo>
                  <a:pt x="585495" y="67411"/>
                </a:lnTo>
                <a:lnTo>
                  <a:pt x="573709" y="116014"/>
                </a:lnTo>
                <a:lnTo>
                  <a:pt x="573709" y="122834"/>
                </a:lnTo>
                <a:lnTo>
                  <a:pt x="583120" y="167500"/>
                </a:lnTo>
                <a:lnTo>
                  <a:pt x="615572" y="188304"/>
                </a:lnTo>
                <a:lnTo>
                  <a:pt x="630974" y="189725"/>
                </a:lnTo>
                <a:lnTo>
                  <a:pt x="648464" y="188039"/>
                </a:lnTo>
                <a:lnTo>
                  <a:pt x="663068" y="182895"/>
                </a:lnTo>
                <a:lnTo>
                  <a:pt x="675017" y="174166"/>
                </a:lnTo>
                <a:lnTo>
                  <a:pt x="684542" y="161721"/>
                </a:lnTo>
                <a:lnTo>
                  <a:pt x="680390" y="159423"/>
                </a:lnTo>
                <a:lnTo>
                  <a:pt x="633869" y="159423"/>
                </a:lnTo>
                <a:lnTo>
                  <a:pt x="624157" y="157403"/>
                </a:lnTo>
                <a:lnTo>
                  <a:pt x="617316" y="151315"/>
                </a:lnTo>
                <a:lnTo>
                  <a:pt x="613268" y="141115"/>
                </a:lnTo>
                <a:lnTo>
                  <a:pt x="611936" y="126758"/>
                </a:lnTo>
                <a:lnTo>
                  <a:pt x="611936" y="112382"/>
                </a:lnTo>
                <a:lnTo>
                  <a:pt x="613174" y="97384"/>
                </a:lnTo>
                <a:lnTo>
                  <a:pt x="616905" y="86988"/>
                </a:lnTo>
                <a:lnTo>
                  <a:pt x="616954" y="86852"/>
                </a:lnTo>
                <a:lnTo>
                  <a:pt x="623375" y="80639"/>
                </a:lnTo>
                <a:lnTo>
                  <a:pt x="632536" y="78600"/>
                </a:lnTo>
                <a:lnTo>
                  <a:pt x="678136" y="78600"/>
                </a:lnTo>
                <a:lnTo>
                  <a:pt x="682167" y="76301"/>
                </a:lnTo>
                <a:lnTo>
                  <a:pt x="673253" y="63862"/>
                </a:lnTo>
                <a:lnTo>
                  <a:pt x="661628" y="55132"/>
                </a:lnTo>
                <a:lnTo>
                  <a:pt x="647141" y="49985"/>
                </a:lnTo>
                <a:lnTo>
                  <a:pt x="629640" y="48298"/>
                </a:lnTo>
                <a:close/>
              </a:path>
              <a:path w="1560830" h="189865">
                <a:moveTo>
                  <a:pt x="656323" y="146100"/>
                </a:moveTo>
                <a:lnTo>
                  <a:pt x="651677" y="152243"/>
                </a:lnTo>
                <a:lnTo>
                  <a:pt x="646568" y="156371"/>
                </a:lnTo>
                <a:lnTo>
                  <a:pt x="640723" y="158695"/>
                </a:lnTo>
                <a:lnTo>
                  <a:pt x="633869" y="159423"/>
                </a:lnTo>
                <a:lnTo>
                  <a:pt x="680390" y="159423"/>
                </a:lnTo>
                <a:lnTo>
                  <a:pt x="656323" y="146100"/>
                </a:lnTo>
                <a:close/>
              </a:path>
              <a:path w="1560830" h="189865">
                <a:moveTo>
                  <a:pt x="678136" y="78600"/>
                </a:moveTo>
                <a:lnTo>
                  <a:pt x="632536" y="78600"/>
                </a:lnTo>
                <a:lnTo>
                  <a:pt x="639135" y="79334"/>
                </a:lnTo>
                <a:lnTo>
                  <a:pt x="644664" y="81694"/>
                </a:lnTo>
                <a:lnTo>
                  <a:pt x="649556" y="85913"/>
                </a:lnTo>
                <a:lnTo>
                  <a:pt x="654240" y="92227"/>
                </a:lnTo>
                <a:lnTo>
                  <a:pt x="678136" y="78600"/>
                </a:lnTo>
                <a:close/>
              </a:path>
              <a:path w="1560830" h="189865">
                <a:moveTo>
                  <a:pt x="794092" y="51485"/>
                </a:moveTo>
                <a:lnTo>
                  <a:pt x="696302" y="51485"/>
                </a:lnTo>
                <a:lnTo>
                  <a:pt x="696302" y="82003"/>
                </a:lnTo>
                <a:lnTo>
                  <a:pt x="747052" y="82003"/>
                </a:lnTo>
                <a:lnTo>
                  <a:pt x="691629" y="163055"/>
                </a:lnTo>
                <a:lnTo>
                  <a:pt x="691629" y="186842"/>
                </a:lnTo>
                <a:lnTo>
                  <a:pt x="798017" y="186842"/>
                </a:lnTo>
                <a:lnTo>
                  <a:pt x="798017" y="156248"/>
                </a:lnTo>
                <a:lnTo>
                  <a:pt x="738682" y="156248"/>
                </a:lnTo>
                <a:lnTo>
                  <a:pt x="794092" y="75488"/>
                </a:lnTo>
                <a:lnTo>
                  <a:pt x="794092" y="51485"/>
                </a:lnTo>
                <a:close/>
              </a:path>
              <a:path w="1560830" h="189865">
                <a:moveTo>
                  <a:pt x="915924" y="81495"/>
                </a:moveTo>
                <a:lnTo>
                  <a:pt x="877773" y="81495"/>
                </a:lnTo>
                <a:lnTo>
                  <a:pt x="877773" y="124904"/>
                </a:lnTo>
                <a:lnTo>
                  <a:pt x="888925" y="175180"/>
                </a:lnTo>
                <a:lnTo>
                  <a:pt x="938149" y="186842"/>
                </a:lnTo>
                <a:lnTo>
                  <a:pt x="942594" y="186842"/>
                </a:lnTo>
                <a:lnTo>
                  <a:pt x="942594" y="156019"/>
                </a:lnTo>
                <a:lnTo>
                  <a:pt x="939406" y="156019"/>
                </a:lnTo>
                <a:lnTo>
                  <a:pt x="928139" y="154971"/>
                </a:lnTo>
                <a:lnTo>
                  <a:pt x="920911" y="150568"/>
                </a:lnTo>
                <a:lnTo>
                  <a:pt x="917060" y="142092"/>
                </a:lnTo>
                <a:lnTo>
                  <a:pt x="915924" y="128828"/>
                </a:lnTo>
                <a:lnTo>
                  <a:pt x="915924" y="81495"/>
                </a:lnTo>
                <a:close/>
              </a:path>
              <a:path w="1560830" h="189865">
                <a:moveTo>
                  <a:pt x="942809" y="51485"/>
                </a:moveTo>
                <a:lnTo>
                  <a:pt x="863091" y="51485"/>
                </a:lnTo>
                <a:lnTo>
                  <a:pt x="863091" y="81495"/>
                </a:lnTo>
                <a:lnTo>
                  <a:pt x="942809" y="81495"/>
                </a:lnTo>
                <a:lnTo>
                  <a:pt x="942809" y="51485"/>
                </a:lnTo>
                <a:close/>
              </a:path>
              <a:path w="1560830" h="189865">
                <a:moveTo>
                  <a:pt x="915924" y="13334"/>
                </a:moveTo>
                <a:lnTo>
                  <a:pt x="880059" y="13334"/>
                </a:lnTo>
                <a:lnTo>
                  <a:pt x="877773" y="51485"/>
                </a:lnTo>
                <a:lnTo>
                  <a:pt x="915924" y="51485"/>
                </a:lnTo>
                <a:lnTo>
                  <a:pt x="915924" y="13334"/>
                </a:lnTo>
                <a:close/>
              </a:path>
              <a:path w="1560830" h="189865">
                <a:moveTo>
                  <a:pt x="1072232" y="78600"/>
                </a:moveTo>
                <a:lnTo>
                  <a:pt x="1016800" y="78600"/>
                </a:lnTo>
                <a:lnTo>
                  <a:pt x="1025625" y="79854"/>
                </a:lnTo>
                <a:lnTo>
                  <a:pt x="1031817" y="83692"/>
                </a:lnTo>
                <a:lnTo>
                  <a:pt x="1035466" y="90226"/>
                </a:lnTo>
                <a:lnTo>
                  <a:pt x="1036662" y="99567"/>
                </a:lnTo>
                <a:lnTo>
                  <a:pt x="1036662" y="104012"/>
                </a:lnTo>
                <a:lnTo>
                  <a:pt x="1011847" y="104012"/>
                </a:lnTo>
                <a:lnTo>
                  <a:pt x="987705" y="106109"/>
                </a:lnTo>
                <a:lnTo>
                  <a:pt x="972089" y="113171"/>
                </a:lnTo>
                <a:lnTo>
                  <a:pt x="963683" y="126360"/>
                </a:lnTo>
                <a:lnTo>
                  <a:pt x="961174" y="146837"/>
                </a:lnTo>
                <a:lnTo>
                  <a:pt x="963647" y="166665"/>
                </a:lnTo>
                <a:lnTo>
                  <a:pt x="1006881" y="189725"/>
                </a:lnTo>
                <a:lnTo>
                  <a:pt x="1018672" y="189164"/>
                </a:lnTo>
                <a:lnTo>
                  <a:pt x="1028190" y="187404"/>
                </a:lnTo>
                <a:lnTo>
                  <a:pt x="1036001" y="184324"/>
                </a:lnTo>
                <a:lnTo>
                  <a:pt x="1042669" y="179806"/>
                </a:lnTo>
                <a:lnTo>
                  <a:pt x="1074813" y="179806"/>
                </a:lnTo>
                <a:lnTo>
                  <a:pt x="1074813" y="161213"/>
                </a:lnTo>
                <a:lnTo>
                  <a:pt x="1002144" y="161213"/>
                </a:lnTo>
                <a:lnTo>
                  <a:pt x="996950" y="157276"/>
                </a:lnTo>
                <a:lnTo>
                  <a:pt x="996950" y="145795"/>
                </a:lnTo>
                <a:lnTo>
                  <a:pt x="998027" y="138117"/>
                </a:lnTo>
                <a:lnTo>
                  <a:pt x="1001452" y="132926"/>
                </a:lnTo>
                <a:lnTo>
                  <a:pt x="1007515" y="129985"/>
                </a:lnTo>
                <a:lnTo>
                  <a:pt x="1016508" y="129057"/>
                </a:lnTo>
                <a:lnTo>
                  <a:pt x="1074813" y="129057"/>
                </a:lnTo>
                <a:lnTo>
                  <a:pt x="1074754" y="104012"/>
                </a:lnTo>
                <a:lnTo>
                  <a:pt x="1074652" y="99567"/>
                </a:lnTo>
                <a:lnTo>
                  <a:pt x="1074553" y="95206"/>
                </a:lnTo>
                <a:lnTo>
                  <a:pt x="1073731" y="86104"/>
                </a:lnTo>
                <a:lnTo>
                  <a:pt x="1072284" y="78752"/>
                </a:lnTo>
                <a:lnTo>
                  <a:pt x="1072232" y="78600"/>
                </a:lnTo>
                <a:close/>
              </a:path>
              <a:path w="1560830" h="189865">
                <a:moveTo>
                  <a:pt x="1074813" y="179806"/>
                </a:moveTo>
                <a:lnTo>
                  <a:pt x="1042669" y="179806"/>
                </a:lnTo>
                <a:lnTo>
                  <a:pt x="1045032" y="186842"/>
                </a:lnTo>
                <a:lnTo>
                  <a:pt x="1074813" y="186842"/>
                </a:lnTo>
                <a:lnTo>
                  <a:pt x="1074813" y="179806"/>
                </a:lnTo>
                <a:close/>
              </a:path>
              <a:path w="1560830" h="189865">
                <a:moveTo>
                  <a:pt x="1074813" y="129057"/>
                </a:moveTo>
                <a:lnTo>
                  <a:pt x="1036662" y="129057"/>
                </a:lnTo>
                <a:lnTo>
                  <a:pt x="1036662" y="140093"/>
                </a:lnTo>
                <a:lnTo>
                  <a:pt x="1035727" y="150332"/>
                </a:lnTo>
                <a:lnTo>
                  <a:pt x="1032513" y="156821"/>
                </a:lnTo>
                <a:lnTo>
                  <a:pt x="1026408" y="160226"/>
                </a:lnTo>
                <a:lnTo>
                  <a:pt x="1016800" y="161213"/>
                </a:lnTo>
                <a:lnTo>
                  <a:pt x="1074813" y="161213"/>
                </a:lnTo>
                <a:lnTo>
                  <a:pt x="1074813" y="129057"/>
                </a:lnTo>
                <a:close/>
              </a:path>
              <a:path w="1560830" h="189865">
                <a:moveTo>
                  <a:pt x="1020737" y="48298"/>
                </a:moveTo>
                <a:lnTo>
                  <a:pt x="1002929" y="49897"/>
                </a:lnTo>
                <a:lnTo>
                  <a:pt x="1003168" y="49897"/>
                </a:lnTo>
                <a:lnTo>
                  <a:pt x="988118" y="54589"/>
                </a:lnTo>
                <a:lnTo>
                  <a:pt x="975456" y="62426"/>
                </a:lnTo>
                <a:lnTo>
                  <a:pt x="965314" y="73418"/>
                </a:lnTo>
                <a:lnTo>
                  <a:pt x="991476" y="91719"/>
                </a:lnTo>
                <a:lnTo>
                  <a:pt x="996965" y="85919"/>
                </a:lnTo>
                <a:lnTo>
                  <a:pt x="1002947" y="81826"/>
                </a:lnTo>
                <a:lnTo>
                  <a:pt x="1009524" y="79400"/>
                </a:lnTo>
                <a:lnTo>
                  <a:pt x="1016800" y="78600"/>
                </a:lnTo>
                <a:lnTo>
                  <a:pt x="1072232" y="78600"/>
                </a:lnTo>
                <a:lnTo>
                  <a:pt x="1070152" y="72605"/>
                </a:lnTo>
                <a:lnTo>
                  <a:pt x="1062963" y="62212"/>
                </a:lnTo>
                <a:lnTo>
                  <a:pt x="1052198" y="54589"/>
                </a:lnTo>
                <a:lnTo>
                  <a:pt x="1038055" y="49897"/>
                </a:lnTo>
                <a:lnTo>
                  <a:pt x="1020737" y="48298"/>
                </a:lnTo>
                <a:close/>
              </a:path>
              <a:path w="1560830" h="189865">
                <a:moveTo>
                  <a:pt x="1144879" y="215"/>
                </a:moveTo>
                <a:lnTo>
                  <a:pt x="1106728" y="215"/>
                </a:lnTo>
                <a:lnTo>
                  <a:pt x="1106728" y="186842"/>
                </a:lnTo>
                <a:lnTo>
                  <a:pt x="1144879" y="186842"/>
                </a:lnTo>
                <a:lnTo>
                  <a:pt x="1144879" y="157060"/>
                </a:lnTo>
                <a:lnTo>
                  <a:pt x="1161326" y="136385"/>
                </a:lnTo>
                <a:lnTo>
                  <a:pt x="1201098" y="136385"/>
                </a:lnTo>
                <a:lnTo>
                  <a:pt x="1184071" y="108978"/>
                </a:lnTo>
                <a:lnTo>
                  <a:pt x="1184495" y="108457"/>
                </a:lnTo>
                <a:lnTo>
                  <a:pt x="1144879" y="108457"/>
                </a:lnTo>
                <a:lnTo>
                  <a:pt x="1144879" y="215"/>
                </a:lnTo>
                <a:close/>
              </a:path>
              <a:path w="1560830" h="189865">
                <a:moveTo>
                  <a:pt x="1201098" y="136385"/>
                </a:moveTo>
                <a:lnTo>
                  <a:pt x="1161326" y="136385"/>
                </a:lnTo>
                <a:lnTo>
                  <a:pt x="1190891" y="186842"/>
                </a:lnTo>
                <a:lnTo>
                  <a:pt x="1232446" y="186842"/>
                </a:lnTo>
                <a:lnTo>
                  <a:pt x="1201098" y="136385"/>
                </a:lnTo>
                <a:close/>
              </a:path>
              <a:path w="1560830" h="189865">
                <a:moveTo>
                  <a:pt x="1230896" y="51485"/>
                </a:moveTo>
                <a:lnTo>
                  <a:pt x="1187780" y="51485"/>
                </a:lnTo>
                <a:lnTo>
                  <a:pt x="1144879" y="108457"/>
                </a:lnTo>
                <a:lnTo>
                  <a:pt x="1184495" y="108457"/>
                </a:lnTo>
                <a:lnTo>
                  <a:pt x="1230896" y="51485"/>
                </a:lnTo>
                <a:close/>
              </a:path>
              <a:path w="1560830" h="189865">
                <a:moveTo>
                  <a:pt x="1337779" y="51485"/>
                </a:moveTo>
                <a:lnTo>
                  <a:pt x="1239989" y="51485"/>
                </a:lnTo>
                <a:lnTo>
                  <a:pt x="1239989" y="82003"/>
                </a:lnTo>
                <a:lnTo>
                  <a:pt x="1290739" y="82003"/>
                </a:lnTo>
                <a:lnTo>
                  <a:pt x="1235316" y="163055"/>
                </a:lnTo>
                <a:lnTo>
                  <a:pt x="1235316" y="186842"/>
                </a:lnTo>
                <a:lnTo>
                  <a:pt x="1341704" y="186842"/>
                </a:lnTo>
                <a:lnTo>
                  <a:pt x="1341704" y="156248"/>
                </a:lnTo>
                <a:lnTo>
                  <a:pt x="1282369" y="156248"/>
                </a:lnTo>
                <a:lnTo>
                  <a:pt x="1337779" y="75488"/>
                </a:lnTo>
                <a:lnTo>
                  <a:pt x="1337779" y="51485"/>
                </a:lnTo>
                <a:close/>
              </a:path>
              <a:path w="1560830" h="189865">
                <a:moveTo>
                  <a:pt x="1310068" y="0"/>
                </a:moveTo>
                <a:lnTo>
                  <a:pt x="1273175" y="0"/>
                </a:lnTo>
                <a:lnTo>
                  <a:pt x="1273175" y="34963"/>
                </a:lnTo>
                <a:lnTo>
                  <a:pt x="1310068" y="34963"/>
                </a:lnTo>
                <a:lnTo>
                  <a:pt x="1310068" y="0"/>
                </a:lnTo>
                <a:close/>
              </a:path>
              <a:path w="1560830" h="189865">
                <a:moveTo>
                  <a:pt x="1424000" y="48298"/>
                </a:moveTo>
                <a:lnTo>
                  <a:pt x="1384159" y="59019"/>
                </a:lnTo>
                <a:lnTo>
                  <a:pt x="1365275" y="99517"/>
                </a:lnTo>
                <a:lnTo>
                  <a:pt x="1364653" y="115722"/>
                </a:lnTo>
                <a:lnTo>
                  <a:pt x="1364653" y="124383"/>
                </a:lnTo>
                <a:lnTo>
                  <a:pt x="1367759" y="152749"/>
                </a:lnTo>
                <a:lnTo>
                  <a:pt x="1367819" y="153298"/>
                </a:lnTo>
                <a:lnTo>
                  <a:pt x="1367930" y="154315"/>
                </a:lnTo>
                <a:lnTo>
                  <a:pt x="1378319" y="174585"/>
                </a:lnTo>
                <a:lnTo>
                  <a:pt x="1396655" y="186089"/>
                </a:lnTo>
                <a:lnTo>
                  <a:pt x="1423771" y="189725"/>
                </a:lnTo>
                <a:lnTo>
                  <a:pt x="1444211" y="188188"/>
                </a:lnTo>
                <a:lnTo>
                  <a:pt x="1460285" y="183319"/>
                </a:lnTo>
                <a:lnTo>
                  <a:pt x="1472790" y="174728"/>
                </a:lnTo>
                <a:lnTo>
                  <a:pt x="1482521" y="162026"/>
                </a:lnTo>
                <a:lnTo>
                  <a:pt x="1479782" y="160464"/>
                </a:lnTo>
                <a:lnTo>
                  <a:pt x="1427924" y="160464"/>
                </a:lnTo>
                <a:lnTo>
                  <a:pt x="1417072" y="158659"/>
                </a:lnTo>
                <a:lnTo>
                  <a:pt x="1409234" y="153298"/>
                </a:lnTo>
                <a:lnTo>
                  <a:pt x="1404480" y="144466"/>
                </a:lnTo>
                <a:lnTo>
                  <a:pt x="1402880" y="132245"/>
                </a:lnTo>
                <a:lnTo>
                  <a:pt x="1402880" y="128828"/>
                </a:lnTo>
                <a:lnTo>
                  <a:pt x="1483334" y="128828"/>
                </a:lnTo>
                <a:lnTo>
                  <a:pt x="1483334" y="115722"/>
                </a:lnTo>
                <a:lnTo>
                  <a:pt x="1481963" y="102971"/>
                </a:lnTo>
                <a:lnTo>
                  <a:pt x="1402588" y="102971"/>
                </a:lnTo>
                <a:lnTo>
                  <a:pt x="1402630" y="99517"/>
                </a:lnTo>
                <a:lnTo>
                  <a:pt x="1404112" y="89795"/>
                </a:lnTo>
                <a:lnTo>
                  <a:pt x="1408504" y="82316"/>
                </a:lnTo>
                <a:lnTo>
                  <a:pt x="1415494" y="77631"/>
                </a:lnTo>
                <a:lnTo>
                  <a:pt x="1424813" y="76009"/>
                </a:lnTo>
                <a:lnTo>
                  <a:pt x="1475572" y="76009"/>
                </a:lnTo>
                <a:lnTo>
                  <a:pt x="1469555" y="63979"/>
                </a:lnTo>
                <a:lnTo>
                  <a:pt x="1451144" y="52071"/>
                </a:lnTo>
                <a:lnTo>
                  <a:pt x="1424000" y="48298"/>
                </a:lnTo>
                <a:close/>
              </a:path>
              <a:path w="1560830" h="189865">
                <a:moveTo>
                  <a:pt x="1454594" y="146100"/>
                </a:moveTo>
                <a:lnTo>
                  <a:pt x="1449443" y="152749"/>
                </a:lnTo>
                <a:lnTo>
                  <a:pt x="1443531" y="157197"/>
                </a:lnTo>
                <a:lnTo>
                  <a:pt x="1436483" y="159688"/>
                </a:lnTo>
                <a:lnTo>
                  <a:pt x="1427924" y="160464"/>
                </a:lnTo>
                <a:lnTo>
                  <a:pt x="1479782" y="160464"/>
                </a:lnTo>
                <a:lnTo>
                  <a:pt x="1454594" y="146100"/>
                </a:lnTo>
                <a:close/>
              </a:path>
              <a:path w="1560830" h="189865">
                <a:moveTo>
                  <a:pt x="1475572" y="76009"/>
                </a:moveTo>
                <a:lnTo>
                  <a:pt x="1424813" y="76009"/>
                </a:lnTo>
                <a:lnTo>
                  <a:pt x="1434719" y="77631"/>
                </a:lnTo>
                <a:lnTo>
                  <a:pt x="1434572" y="77631"/>
                </a:lnTo>
                <a:lnTo>
                  <a:pt x="1447558" y="102971"/>
                </a:lnTo>
                <a:lnTo>
                  <a:pt x="1481963" y="102971"/>
                </a:lnTo>
                <a:lnTo>
                  <a:pt x="1480021" y="84902"/>
                </a:lnTo>
                <a:lnTo>
                  <a:pt x="1475572" y="76009"/>
                </a:lnTo>
                <a:close/>
              </a:path>
              <a:path w="1560830" h="189865">
                <a:moveTo>
                  <a:pt x="1560449" y="150240"/>
                </a:moveTo>
                <a:lnTo>
                  <a:pt x="1520139" y="150240"/>
                </a:lnTo>
                <a:lnTo>
                  <a:pt x="1520139" y="186842"/>
                </a:lnTo>
                <a:lnTo>
                  <a:pt x="1560449" y="186842"/>
                </a:lnTo>
                <a:lnTo>
                  <a:pt x="1560449" y="150240"/>
                </a:lnTo>
                <a:close/>
              </a:path>
              <a:path w="1560830" h="189865">
                <a:moveTo>
                  <a:pt x="1560449" y="50965"/>
                </a:moveTo>
                <a:lnTo>
                  <a:pt x="1520139" y="50965"/>
                </a:lnTo>
                <a:lnTo>
                  <a:pt x="1520139" y="87490"/>
                </a:lnTo>
                <a:lnTo>
                  <a:pt x="1560449" y="87490"/>
                </a:lnTo>
                <a:lnTo>
                  <a:pt x="1560449" y="50965"/>
                </a:lnTo>
                <a:close/>
              </a:path>
            </a:pathLst>
          </a:custGeom>
          <a:solidFill>
            <a:srgbClr val="1F21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752352" y="9148104"/>
            <a:ext cx="2092325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604" algn="ctr">
              <a:lnSpc>
                <a:spcPts val="1614"/>
              </a:lnSpc>
              <a:spcBef>
                <a:spcPts val="90"/>
              </a:spcBef>
            </a:pPr>
            <a:r>
              <a:rPr sz="1350" b="0" spc="-10" dirty="0">
                <a:solidFill>
                  <a:srgbClr val="101415"/>
                </a:solidFill>
                <a:latin typeface="URW DIN Light"/>
                <a:cs typeface="URW DIN Light"/>
              </a:rPr>
              <a:t>Porozmawiajmy</a:t>
            </a:r>
            <a:r>
              <a:rPr sz="1350" b="0" spc="5" dirty="0">
                <a:solidFill>
                  <a:srgbClr val="101415"/>
                </a:solidFill>
                <a:latin typeface="URW DIN Light"/>
                <a:cs typeface="URW DIN Light"/>
              </a:rPr>
              <a:t> </a:t>
            </a:r>
            <a:r>
              <a:rPr sz="1350" b="0" dirty="0">
                <a:solidFill>
                  <a:srgbClr val="101415"/>
                </a:solidFill>
                <a:latin typeface="URW DIN Light"/>
                <a:cs typeface="URW DIN Light"/>
              </a:rPr>
              <a:t>o</a:t>
            </a:r>
            <a:r>
              <a:rPr sz="1350" b="0" spc="10" dirty="0">
                <a:solidFill>
                  <a:srgbClr val="101415"/>
                </a:solidFill>
                <a:latin typeface="URW DIN Light"/>
                <a:cs typeface="URW DIN Light"/>
              </a:rPr>
              <a:t> </a:t>
            </a:r>
            <a:r>
              <a:rPr sz="1350" b="0" spc="-25" dirty="0">
                <a:solidFill>
                  <a:srgbClr val="101415"/>
                </a:solidFill>
                <a:latin typeface="URW DIN Light"/>
                <a:cs typeface="URW DIN Light"/>
              </a:rPr>
              <a:t>tym</a:t>
            </a:r>
            <a:endParaRPr sz="1350">
              <a:latin typeface="URW DIN Light"/>
              <a:cs typeface="URW DIN Light"/>
            </a:endParaRPr>
          </a:p>
          <a:p>
            <a:pPr algn="ctr">
              <a:lnSpc>
                <a:spcPts val="2635"/>
              </a:lnSpc>
            </a:pPr>
            <a:r>
              <a:rPr sz="2200" dirty="0">
                <a:solidFill>
                  <a:srgbClr val="004D68"/>
                </a:solidFill>
                <a:latin typeface="URW DIN"/>
                <a:cs typeface="URW DIN"/>
              </a:rPr>
              <a:t>+48</a:t>
            </a:r>
            <a:r>
              <a:rPr sz="2200" spc="30" dirty="0">
                <a:solidFill>
                  <a:srgbClr val="004D68"/>
                </a:solidFill>
                <a:latin typeface="URW DIN"/>
                <a:cs typeface="URW DIN"/>
              </a:rPr>
              <a:t> </a:t>
            </a:r>
            <a:r>
              <a:rPr sz="2200" dirty="0">
                <a:solidFill>
                  <a:srgbClr val="004D68"/>
                </a:solidFill>
                <a:latin typeface="URW DIN"/>
                <a:cs typeface="URW DIN"/>
              </a:rPr>
              <a:t>609</a:t>
            </a:r>
            <a:r>
              <a:rPr sz="2200" spc="35" dirty="0">
                <a:solidFill>
                  <a:srgbClr val="004D68"/>
                </a:solidFill>
                <a:latin typeface="URW DIN"/>
                <a:cs typeface="URW DIN"/>
              </a:rPr>
              <a:t> </a:t>
            </a:r>
            <a:r>
              <a:rPr sz="2200" dirty="0">
                <a:solidFill>
                  <a:srgbClr val="004D68"/>
                </a:solidFill>
                <a:latin typeface="URW DIN"/>
                <a:cs typeface="URW DIN"/>
              </a:rPr>
              <a:t>60</a:t>
            </a:r>
            <a:r>
              <a:rPr sz="2200" spc="35" dirty="0">
                <a:solidFill>
                  <a:srgbClr val="004D68"/>
                </a:solidFill>
                <a:latin typeface="URW DIN"/>
                <a:cs typeface="URW DIN"/>
              </a:rPr>
              <a:t> </a:t>
            </a:r>
            <a:r>
              <a:rPr sz="2200" dirty="0">
                <a:solidFill>
                  <a:srgbClr val="004D68"/>
                </a:solidFill>
                <a:latin typeface="URW DIN"/>
                <a:cs typeface="URW DIN"/>
              </a:rPr>
              <a:t>84</a:t>
            </a:r>
            <a:r>
              <a:rPr sz="2200" spc="35" dirty="0">
                <a:solidFill>
                  <a:srgbClr val="004D68"/>
                </a:solidFill>
                <a:latin typeface="URW DIN"/>
                <a:cs typeface="URW DIN"/>
              </a:rPr>
              <a:t> </a:t>
            </a:r>
            <a:r>
              <a:rPr sz="2200" spc="-25" dirty="0">
                <a:solidFill>
                  <a:srgbClr val="004D68"/>
                </a:solidFill>
                <a:latin typeface="URW DIN"/>
                <a:cs typeface="URW DIN"/>
              </a:rPr>
              <a:t>00</a:t>
            </a:r>
            <a:endParaRPr sz="2200">
              <a:latin typeface="URW DIN"/>
              <a:cs typeface="URW DIN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4479" y="4657636"/>
            <a:ext cx="3745369" cy="430814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44984" y="4657636"/>
            <a:ext cx="1811515" cy="430814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0" y="4657636"/>
            <a:ext cx="1824075" cy="43081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9</Words>
  <Application>Microsoft Office PowerPoint</Application>
  <PresentationFormat>Niestandardowy</PresentationFormat>
  <Paragraphs>2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5" baseType="lpstr">
      <vt:lpstr>Calibri</vt:lpstr>
      <vt:lpstr>URW DIN</vt:lpstr>
      <vt:lpstr>URW DIN Light</vt:lpstr>
      <vt:lpstr>Office Theme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20250416_ItsWRAP_Oferta_MercedesGTv1_WybranyZakresOfertyV5</dc:title>
  <dc:creator>Adam</dc:creator>
  <cp:lastModifiedBy>Zarząd</cp:lastModifiedBy>
  <cp:revision>10</cp:revision>
  <cp:lastPrinted>2025-12-09T13:28:55Z</cp:lastPrinted>
  <dcterms:created xsi:type="dcterms:W3CDTF">2025-07-09T13:14:50Z</dcterms:created>
  <dcterms:modified xsi:type="dcterms:W3CDTF">2026-03-06T14:14:14Z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2025-05-13T00:00:00Z</vt:filetime>
  </property>
  <property fmtid="{D5CDD505-2E9C-101B-9397-08002B2CF9AE}" pid="3" name="Creator">
    <vt:lpwstr>Adobe Illustrator 29.5 (Windows)</vt:lpwstr>
  </property>
  <property fmtid="{D5CDD505-2E9C-101B-9397-08002B2CF9AE}" pid="4" name="LastSaved">
    <vt:filetime>2025-07-09T00:00:00Z</vt:filetime>
  </property>
  <property fmtid="{D5CDD505-2E9C-101B-9397-08002B2CF9AE}" pid="5" name="Producer">
    <vt:lpwstr>Adobe PDF library 17.00</vt:lpwstr>
  </property>
</Properties>
</file>