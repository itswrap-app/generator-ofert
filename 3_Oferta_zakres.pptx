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7D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318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1017"/>
            <a:ext cx="6423025" cy="2242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1192"/>
            <a:ext cx="5289550" cy="267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228"/>
            <a:ext cx="6800850" cy="1708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6561"/>
            <a:ext cx="6800850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33051"/>
            <a:ext cx="2418080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rostokąt: zaokrąglone rogi 53">
            <a:extLst>
              <a:ext uri="{FF2B5EF4-FFF2-40B4-BE49-F238E27FC236}">
                <a16:creationId xmlns:a16="http://schemas.microsoft.com/office/drawing/2014/main" id="{50AE13CF-E563-01F9-5474-8142210F3942}"/>
              </a:ext>
            </a:extLst>
          </p:cNvPr>
          <p:cNvSpPr/>
          <p:nvPr/>
        </p:nvSpPr>
        <p:spPr>
          <a:xfrm>
            <a:off x="3930650" y="8001745"/>
            <a:ext cx="3217125" cy="339223"/>
          </a:xfrm>
          <a:custGeom>
            <a:avLst/>
            <a:gdLst>
              <a:gd name="connsiteX0" fmla="*/ 0 w 2492794"/>
              <a:gd name="connsiteY0" fmla="*/ 44027 h 264155"/>
              <a:gd name="connsiteX1" fmla="*/ 44027 w 2492794"/>
              <a:gd name="connsiteY1" fmla="*/ 0 h 264155"/>
              <a:gd name="connsiteX2" fmla="*/ 2448767 w 2492794"/>
              <a:gd name="connsiteY2" fmla="*/ 0 h 264155"/>
              <a:gd name="connsiteX3" fmla="*/ 2492794 w 2492794"/>
              <a:gd name="connsiteY3" fmla="*/ 44027 h 264155"/>
              <a:gd name="connsiteX4" fmla="*/ 2492794 w 2492794"/>
              <a:gd name="connsiteY4" fmla="*/ 220128 h 264155"/>
              <a:gd name="connsiteX5" fmla="*/ 2448767 w 2492794"/>
              <a:gd name="connsiteY5" fmla="*/ 264155 h 264155"/>
              <a:gd name="connsiteX6" fmla="*/ 44027 w 2492794"/>
              <a:gd name="connsiteY6" fmla="*/ 264155 h 264155"/>
              <a:gd name="connsiteX7" fmla="*/ 0 w 2492794"/>
              <a:gd name="connsiteY7" fmla="*/ 220128 h 264155"/>
              <a:gd name="connsiteX8" fmla="*/ 0 w 2492794"/>
              <a:gd name="connsiteY8" fmla="*/ 44027 h 264155"/>
              <a:gd name="connsiteX0" fmla="*/ 940 w 2493734"/>
              <a:gd name="connsiteY0" fmla="*/ 44027 h 264155"/>
              <a:gd name="connsiteX1" fmla="*/ 44967 w 2493734"/>
              <a:gd name="connsiteY1" fmla="*/ 0 h 264155"/>
              <a:gd name="connsiteX2" fmla="*/ 2449707 w 2493734"/>
              <a:gd name="connsiteY2" fmla="*/ 0 h 264155"/>
              <a:gd name="connsiteX3" fmla="*/ 2493734 w 2493734"/>
              <a:gd name="connsiteY3" fmla="*/ 44027 h 264155"/>
              <a:gd name="connsiteX4" fmla="*/ 2493734 w 2493734"/>
              <a:gd name="connsiteY4" fmla="*/ 220128 h 264155"/>
              <a:gd name="connsiteX5" fmla="*/ 2449707 w 2493734"/>
              <a:gd name="connsiteY5" fmla="*/ 264155 h 264155"/>
              <a:gd name="connsiteX6" fmla="*/ 44967 w 2493734"/>
              <a:gd name="connsiteY6" fmla="*/ 264155 h 264155"/>
              <a:gd name="connsiteX7" fmla="*/ 940 w 2493734"/>
              <a:gd name="connsiteY7" fmla="*/ 220128 h 264155"/>
              <a:gd name="connsiteX8" fmla="*/ 940 w 2493734"/>
              <a:gd name="connsiteY8" fmla="*/ 44027 h 264155"/>
              <a:gd name="connsiteX0" fmla="*/ 147782 w 2640576"/>
              <a:gd name="connsiteY0" fmla="*/ 44027 h 275914"/>
              <a:gd name="connsiteX1" fmla="*/ 191809 w 2640576"/>
              <a:gd name="connsiteY1" fmla="*/ 0 h 275914"/>
              <a:gd name="connsiteX2" fmla="*/ 2596549 w 2640576"/>
              <a:gd name="connsiteY2" fmla="*/ 0 h 275914"/>
              <a:gd name="connsiteX3" fmla="*/ 2640576 w 2640576"/>
              <a:gd name="connsiteY3" fmla="*/ 44027 h 275914"/>
              <a:gd name="connsiteX4" fmla="*/ 2640576 w 2640576"/>
              <a:gd name="connsiteY4" fmla="*/ 220128 h 275914"/>
              <a:gd name="connsiteX5" fmla="*/ 2596549 w 2640576"/>
              <a:gd name="connsiteY5" fmla="*/ 264155 h 275914"/>
              <a:gd name="connsiteX6" fmla="*/ 191809 w 2640576"/>
              <a:gd name="connsiteY6" fmla="*/ 264155 h 275914"/>
              <a:gd name="connsiteX7" fmla="*/ 152544 w 2640576"/>
              <a:gd name="connsiteY7" fmla="*/ 265372 h 275914"/>
              <a:gd name="connsiteX8" fmla="*/ 147782 w 2640576"/>
              <a:gd name="connsiteY8" fmla="*/ 44027 h 275914"/>
              <a:gd name="connsiteX0" fmla="*/ 149525 w 2642319"/>
              <a:gd name="connsiteY0" fmla="*/ 44027 h 264155"/>
              <a:gd name="connsiteX1" fmla="*/ 193552 w 2642319"/>
              <a:gd name="connsiteY1" fmla="*/ 0 h 264155"/>
              <a:gd name="connsiteX2" fmla="*/ 2598292 w 2642319"/>
              <a:gd name="connsiteY2" fmla="*/ 0 h 264155"/>
              <a:gd name="connsiteX3" fmla="*/ 2642319 w 2642319"/>
              <a:gd name="connsiteY3" fmla="*/ 44027 h 264155"/>
              <a:gd name="connsiteX4" fmla="*/ 2642319 w 2642319"/>
              <a:gd name="connsiteY4" fmla="*/ 220128 h 264155"/>
              <a:gd name="connsiteX5" fmla="*/ 2598292 w 2642319"/>
              <a:gd name="connsiteY5" fmla="*/ 264155 h 264155"/>
              <a:gd name="connsiteX6" fmla="*/ 193552 w 2642319"/>
              <a:gd name="connsiteY6" fmla="*/ 264155 h 264155"/>
              <a:gd name="connsiteX7" fmla="*/ 149525 w 2642319"/>
              <a:gd name="connsiteY7" fmla="*/ 44027 h 264155"/>
              <a:gd name="connsiteX0" fmla="*/ 0 w 2492794"/>
              <a:gd name="connsiteY0" fmla="*/ 44027 h 264155"/>
              <a:gd name="connsiteX1" fmla="*/ 44027 w 2492794"/>
              <a:gd name="connsiteY1" fmla="*/ 0 h 264155"/>
              <a:gd name="connsiteX2" fmla="*/ 2448767 w 2492794"/>
              <a:gd name="connsiteY2" fmla="*/ 0 h 264155"/>
              <a:gd name="connsiteX3" fmla="*/ 2492794 w 2492794"/>
              <a:gd name="connsiteY3" fmla="*/ 44027 h 264155"/>
              <a:gd name="connsiteX4" fmla="*/ 2492794 w 2492794"/>
              <a:gd name="connsiteY4" fmla="*/ 220128 h 264155"/>
              <a:gd name="connsiteX5" fmla="*/ 2448767 w 2492794"/>
              <a:gd name="connsiteY5" fmla="*/ 264155 h 264155"/>
              <a:gd name="connsiteX6" fmla="*/ 44027 w 2492794"/>
              <a:gd name="connsiteY6" fmla="*/ 264155 h 264155"/>
              <a:gd name="connsiteX7" fmla="*/ 0 w 2492794"/>
              <a:gd name="connsiteY7" fmla="*/ 44027 h 264155"/>
              <a:gd name="connsiteX0" fmla="*/ 0 w 2492794"/>
              <a:gd name="connsiteY0" fmla="*/ 44027 h 264155"/>
              <a:gd name="connsiteX1" fmla="*/ 44027 w 2492794"/>
              <a:gd name="connsiteY1" fmla="*/ 0 h 264155"/>
              <a:gd name="connsiteX2" fmla="*/ 2448767 w 2492794"/>
              <a:gd name="connsiteY2" fmla="*/ 0 h 264155"/>
              <a:gd name="connsiteX3" fmla="*/ 2492794 w 2492794"/>
              <a:gd name="connsiteY3" fmla="*/ 44027 h 264155"/>
              <a:gd name="connsiteX4" fmla="*/ 2492794 w 2492794"/>
              <a:gd name="connsiteY4" fmla="*/ 220128 h 264155"/>
              <a:gd name="connsiteX5" fmla="*/ 2448767 w 2492794"/>
              <a:gd name="connsiteY5" fmla="*/ 264155 h 264155"/>
              <a:gd name="connsiteX6" fmla="*/ 1164 w 2492794"/>
              <a:gd name="connsiteY6" fmla="*/ 261773 h 264155"/>
              <a:gd name="connsiteX7" fmla="*/ 0 w 2492794"/>
              <a:gd name="connsiteY7" fmla="*/ 44027 h 264155"/>
              <a:gd name="connsiteX0" fmla="*/ 0 w 2642319"/>
              <a:gd name="connsiteY0" fmla="*/ 44027 h 264155"/>
              <a:gd name="connsiteX1" fmla="*/ 44027 w 2642319"/>
              <a:gd name="connsiteY1" fmla="*/ 0 h 264155"/>
              <a:gd name="connsiteX2" fmla="*/ 2448767 w 2642319"/>
              <a:gd name="connsiteY2" fmla="*/ 0 h 264155"/>
              <a:gd name="connsiteX3" fmla="*/ 2492794 w 2642319"/>
              <a:gd name="connsiteY3" fmla="*/ 220128 h 264155"/>
              <a:gd name="connsiteX4" fmla="*/ 2448767 w 2642319"/>
              <a:gd name="connsiteY4" fmla="*/ 264155 h 264155"/>
              <a:gd name="connsiteX5" fmla="*/ 1164 w 2642319"/>
              <a:gd name="connsiteY5" fmla="*/ 261773 h 264155"/>
              <a:gd name="connsiteX6" fmla="*/ 0 w 2642319"/>
              <a:gd name="connsiteY6" fmla="*/ 44027 h 264155"/>
              <a:gd name="connsiteX0" fmla="*/ 0 w 2492794"/>
              <a:gd name="connsiteY0" fmla="*/ 44027 h 264155"/>
              <a:gd name="connsiteX1" fmla="*/ 44027 w 2492794"/>
              <a:gd name="connsiteY1" fmla="*/ 0 h 264155"/>
              <a:gd name="connsiteX2" fmla="*/ 2448767 w 2492794"/>
              <a:gd name="connsiteY2" fmla="*/ 0 h 264155"/>
              <a:gd name="connsiteX3" fmla="*/ 2492794 w 2492794"/>
              <a:gd name="connsiteY3" fmla="*/ 220128 h 264155"/>
              <a:gd name="connsiteX4" fmla="*/ 2448767 w 2492794"/>
              <a:gd name="connsiteY4" fmla="*/ 264155 h 264155"/>
              <a:gd name="connsiteX5" fmla="*/ 1164 w 2492794"/>
              <a:gd name="connsiteY5" fmla="*/ 261773 h 264155"/>
              <a:gd name="connsiteX6" fmla="*/ 0 w 2492794"/>
              <a:gd name="connsiteY6" fmla="*/ 44027 h 264155"/>
              <a:gd name="connsiteX0" fmla="*/ 0 w 2492794"/>
              <a:gd name="connsiteY0" fmla="*/ 44027 h 264155"/>
              <a:gd name="connsiteX1" fmla="*/ 44027 w 2492794"/>
              <a:gd name="connsiteY1" fmla="*/ 0 h 264155"/>
              <a:gd name="connsiteX2" fmla="*/ 2489248 w 2492794"/>
              <a:gd name="connsiteY2" fmla="*/ 0 h 264155"/>
              <a:gd name="connsiteX3" fmla="*/ 2492794 w 2492794"/>
              <a:gd name="connsiteY3" fmla="*/ 220128 h 264155"/>
              <a:gd name="connsiteX4" fmla="*/ 2448767 w 2492794"/>
              <a:gd name="connsiteY4" fmla="*/ 264155 h 264155"/>
              <a:gd name="connsiteX5" fmla="*/ 1164 w 2492794"/>
              <a:gd name="connsiteY5" fmla="*/ 261773 h 264155"/>
              <a:gd name="connsiteX6" fmla="*/ 0 w 2492794"/>
              <a:gd name="connsiteY6" fmla="*/ 44027 h 264155"/>
              <a:gd name="connsiteX0" fmla="*/ 0 w 2498773"/>
              <a:gd name="connsiteY0" fmla="*/ 44027 h 264155"/>
              <a:gd name="connsiteX1" fmla="*/ 44027 w 2498773"/>
              <a:gd name="connsiteY1" fmla="*/ 0 h 264155"/>
              <a:gd name="connsiteX2" fmla="*/ 2498773 w 2498773"/>
              <a:gd name="connsiteY2" fmla="*/ 0 h 264155"/>
              <a:gd name="connsiteX3" fmla="*/ 2492794 w 2498773"/>
              <a:gd name="connsiteY3" fmla="*/ 220128 h 264155"/>
              <a:gd name="connsiteX4" fmla="*/ 2448767 w 2498773"/>
              <a:gd name="connsiteY4" fmla="*/ 264155 h 264155"/>
              <a:gd name="connsiteX5" fmla="*/ 1164 w 2498773"/>
              <a:gd name="connsiteY5" fmla="*/ 261773 h 264155"/>
              <a:gd name="connsiteX6" fmla="*/ 0 w 2498773"/>
              <a:gd name="connsiteY6" fmla="*/ 44027 h 264155"/>
              <a:gd name="connsiteX0" fmla="*/ 0 w 2492794"/>
              <a:gd name="connsiteY0" fmla="*/ 44027 h 264155"/>
              <a:gd name="connsiteX1" fmla="*/ 44027 w 2492794"/>
              <a:gd name="connsiteY1" fmla="*/ 0 h 264155"/>
              <a:gd name="connsiteX2" fmla="*/ 2491629 w 2492794"/>
              <a:gd name="connsiteY2" fmla="*/ 0 h 264155"/>
              <a:gd name="connsiteX3" fmla="*/ 2492794 w 2492794"/>
              <a:gd name="connsiteY3" fmla="*/ 220128 h 264155"/>
              <a:gd name="connsiteX4" fmla="*/ 2448767 w 2492794"/>
              <a:gd name="connsiteY4" fmla="*/ 264155 h 264155"/>
              <a:gd name="connsiteX5" fmla="*/ 1164 w 2492794"/>
              <a:gd name="connsiteY5" fmla="*/ 261773 h 264155"/>
              <a:gd name="connsiteX6" fmla="*/ 0 w 2492794"/>
              <a:gd name="connsiteY6" fmla="*/ 44027 h 264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2794" h="264155">
                <a:moveTo>
                  <a:pt x="0" y="44027"/>
                </a:moveTo>
                <a:cubicBezTo>
                  <a:pt x="0" y="19712"/>
                  <a:pt x="19712" y="0"/>
                  <a:pt x="44027" y="0"/>
                </a:cubicBezTo>
                <a:lnTo>
                  <a:pt x="2491629" y="0"/>
                </a:lnTo>
                <a:cubicBezTo>
                  <a:pt x="2492017" y="73376"/>
                  <a:pt x="2492406" y="146752"/>
                  <a:pt x="2492794" y="220128"/>
                </a:cubicBezTo>
                <a:cubicBezTo>
                  <a:pt x="2492794" y="244443"/>
                  <a:pt x="2473082" y="264155"/>
                  <a:pt x="2448767" y="264155"/>
                </a:cubicBezTo>
                <a:lnTo>
                  <a:pt x="1164" y="261773"/>
                </a:lnTo>
                <a:lnTo>
                  <a:pt x="0" y="44027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object 2"/>
          <p:cNvSpPr txBox="1"/>
          <p:nvPr/>
        </p:nvSpPr>
        <p:spPr>
          <a:xfrm>
            <a:off x="482885" y="692315"/>
            <a:ext cx="2407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80C7"/>
                </a:solidFill>
                <a:latin typeface="URW DIN Demi"/>
                <a:cs typeface="URW DIN Demi"/>
              </a:rPr>
              <a:t>Wybrany</a:t>
            </a:r>
            <a:r>
              <a:rPr sz="1800" b="1" spc="-40" dirty="0">
                <a:solidFill>
                  <a:srgbClr val="0080C7"/>
                </a:solidFill>
                <a:latin typeface="URW DIN Demi"/>
                <a:cs typeface="URW DIN Demi"/>
              </a:rPr>
              <a:t> </a:t>
            </a:r>
            <a:r>
              <a:rPr sz="1800" b="1" dirty="0">
                <a:solidFill>
                  <a:srgbClr val="0080C7"/>
                </a:solidFill>
                <a:latin typeface="URW DIN Demi"/>
                <a:cs typeface="URW DIN Demi"/>
              </a:rPr>
              <a:t>Zakres</a:t>
            </a:r>
            <a:r>
              <a:rPr sz="1800" b="1" spc="-35" dirty="0">
                <a:solidFill>
                  <a:srgbClr val="0080C7"/>
                </a:solidFill>
                <a:latin typeface="URW DIN Demi"/>
                <a:cs typeface="URW DIN Demi"/>
              </a:rPr>
              <a:t> </a:t>
            </a:r>
            <a:r>
              <a:rPr sz="1800" b="1" spc="-10" dirty="0">
                <a:solidFill>
                  <a:srgbClr val="0080C7"/>
                </a:solidFill>
                <a:latin typeface="URW DIN Demi"/>
                <a:cs typeface="URW DIN Demi"/>
              </a:rPr>
              <a:t>oferty:</a:t>
            </a:r>
            <a:endParaRPr sz="1800">
              <a:latin typeface="URW DIN Demi"/>
              <a:cs typeface="URW DIN Dem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2885" y="1512736"/>
            <a:ext cx="6664890" cy="541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Oklejenie</a:t>
            </a:r>
            <a:r>
              <a:rPr sz="1300" spc="15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dirty="0" err="1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samochodu</a:t>
            </a:r>
            <a:r>
              <a:rPr sz="1300" spc="15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lang="pl-PL" sz="1300" dirty="0">
                <a:latin typeface="URW DIN" panose="00000500000000000000" pitchFamily="50" charset="-18"/>
              </a:rPr>
              <a:t>{{MODEL_AUTA}} {{RODZAJ_FOLII}}</a:t>
            </a:r>
            <a:endParaRPr sz="1300" dirty="0">
              <a:latin typeface="URW DIN" panose="00000500000000000000" pitchFamily="50" charset="-18"/>
              <a:cs typeface="URW DI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300" dirty="0">
              <a:latin typeface="URW DIN" panose="00000500000000000000" pitchFamily="50" charset="-18"/>
              <a:cs typeface="URW DI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b="1" dirty="0">
                <a:solidFill>
                  <a:srgbClr val="0080C7"/>
                </a:solidFill>
                <a:latin typeface="URW DIN" panose="00000500000000000000" pitchFamily="50" charset="-18"/>
                <a:cs typeface="URW DIN Demi"/>
              </a:rPr>
              <a:t>W</a:t>
            </a:r>
            <a:r>
              <a:rPr b="1" spc="-20" dirty="0">
                <a:solidFill>
                  <a:srgbClr val="0080C7"/>
                </a:solidFill>
                <a:latin typeface="URW DIN" panose="00000500000000000000" pitchFamily="50" charset="-18"/>
                <a:cs typeface="URW DIN Demi"/>
              </a:rPr>
              <a:t> </a:t>
            </a:r>
            <a:r>
              <a:rPr b="1" spc="-10" dirty="0">
                <a:solidFill>
                  <a:srgbClr val="0080C7"/>
                </a:solidFill>
                <a:latin typeface="URW DIN" panose="00000500000000000000" pitchFamily="50" charset="-18"/>
                <a:cs typeface="URW DIN Demi"/>
              </a:rPr>
              <a:t>cenie:</a:t>
            </a:r>
            <a:endParaRPr dirty="0">
              <a:latin typeface="URW DIN" panose="00000500000000000000" pitchFamily="50" charset="-18"/>
              <a:cs typeface="URW DIN Demi"/>
            </a:endParaRPr>
          </a:p>
          <a:p>
            <a:endParaRPr lang="pl-PL" sz="1300" b="1" dirty="0">
              <a:latin typeface="URW DIN" panose="00000500000000000000" pitchFamily="50" charset="-18"/>
            </a:endParaRPr>
          </a:p>
          <a:p>
            <a:endParaRPr lang="pl-PL" sz="1300" dirty="0">
              <a:latin typeface="URW DIN" panose="00000500000000000000" pitchFamily="50" charset="-18"/>
            </a:endParaRPr>
          </a:p>
          <a:p>
            <a:pPr>
              <a:lnSpc>
                <a:spcPct val="150000"/>
              </a:lnSpc>
            </a:pPr>
            <a:r>
              <a:rPr lang="pl-PL" sz="1300" dirty="0">
                <a:latin typeface="URW DIN" panose="00000500000000000000" pitchFamily="50" charset="-18"/>
              </a:rPr>
              <a:t>        Materiał – folia XPEL Ultimate Plus</a:t>
            </a:r>
          </a:p>
          <a:p>
            <a:pPr>
              <a:lnSpc>
                <a:spcPct val="150000"/>
              </a:lnSpc>
            </a:pPr>
            <a:r>
              <a:rPr lang="pl-PL" sz="1300" dirty="0">
                <a:latin typeface="URW DIN" panose="00000500000000000000" pitchFamily="50" charset="-18"/>
              </a:rPr>
              <a:t>        Przygotowanie powierzchni (mycie, odtłuszczenie, korekta lakieru).</a:t>
            </a:r>
          </a:p>
          <a:p>
            <a:pPr>
              <a:lnSpc>
                <a:spcPct val="150000"/>
              </a:lnSpc>
            </a:pPr>
            <a:r>
              <a:rPr lang="pl-PL" sz="1300" dirty="0">
                <a:latin typeface="URW DIN" panose="00000500000000000000" pitchFamily="50" charset="-18"/>
              </a:rPr>
              <a:t>        Profesjonalny montaż przez certyfikowanych specjalistów. </a:t>
            </a:r>
          </a:p>
          <a:p>
            <a:pPr marL="12700">
              <a:lnSpc>
                <a:spcPct val="100000"/>
              </a:lnSpc>
            </a:pPr>
            <a:endParaRPr lang="pl-PL" b="1" spc="-10" dirty="0">
              <a:solidFill>
                <a:srgbClr val="0080C7"/>
              </a:solidFill>
              <a:latin typeface="URW DIN" panose="00000500000000000000" pitchFamily="50" charset="-18"/>
              <a:cs typeface="URW DIN Demi"/>
            </a:endParaRPr>
          </a:p>
          <a:p>
            <a:pPr marL="12700">
              <a:lnSpc>
                <a:spcPct val="100000"/>
              </a:lnSpc>
            </a:pPr>
            <a:r>
              <a:rPr b="1" spc="-10" dirty="0" err="1">
                <a:solidFill>
                  <a:srgbClr val="0080C7"/>
                </a:solidFill>
                <a:latin typeface="URW DIN" panose="00000500000000000000" pitchFamily="50" charset="-18"/>
                <a:cs typeface="URW DIN Demi"/>
              </a:rPr>
              <a:t>Dodatkowo</a:t>
            </a:r>
            <a:r>
              <a:rPr b="1" spc="-10" dirty="0">
                <a:solidFill>
                  <a:srgbClr val="0080C7"/>
                </a:solidFill>
                <a:latin typeface="URW DIN" panose="00000500000000000000" pitchFamily="50" charset="-18"/>
                <a:cs typeface="URW DIN Demi"/>
              </a:rPr>
              <a:t>:</a:t>
            </a:r>
            <a:endParaRPr dirty="0">
              <a:latin typeface="URW DIN" panose="00000500000000000000" pitchFamily="50" charset="-18"/>
              <a:cs typeface="URW DIN Demi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dirty="0">
              <a:latin typeface="URW DIN" panose="00000500000000000000" pitchFamily="50" charset="-18"/>
              <a:cs typeface="URW DIN Demi"/>
            </a:endParaRPr>
          </a:p>
          <a:p>
            <a:pPr marL="12700">
              <a:lnSpc>
                <a:spcPct val="150000"/>
              </a:lnSpc>
              <a:tabLst>
                <a:tab pos="470534" algn="l"/>
              </a:tabLst>
            </a:pPr>
            <a:r>
              <a:rPr lang="pl-PL"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       </a:t>
            </a:r>
            <a:r>
              <a:rPr sz="1300" dirty="0" err="1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Impregnacja</a:t>
            </a:r>
            <a:r>
              <a:rPr sz="1300" spc="35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wnetrza</a:t>
            </a:r>
            <a:r>
              <a:rPr sz="1300" spc="35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(tapicerka,</a:t>
            </a:r>
            <a:r>
              <a:rPr sz="1300" spc="4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spc="-10" dirty="0" err="1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tworzywa</a:t>
            </a:r>
            <a:r>
              <a:rPr sz="1300" spc="-1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)</a:t>
            </a:r>
            <a:endParaRPr lang="pl-PL" sz="1300" spc="-10" dirty="0">
              <a:latin typeface="URW DIN" panose="00000500000000000000" pitchFamily="50" charset="-18"/>
              <a:cs typeface="URW DIN"/>
            </a:endParaRPr>
          </a:p>
          <a:p>
            <a:pPr marL="12700">
              <a:lnSpc>
                <a:spcPct val="150000"/>
              </a:lnSpc>
              <a:tabLst>
                <a:tab pos="470534" algn="l"/>
              </a:tabLst>
            </a:pPr>
            <a:r>
              <a:rPr lang="pl-PL"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       Powłoka</a:t>
            </a:r>
            <a:r>
              <a:rPr lang="pl-PL" sz="1300" spc="2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lang="pl-PL"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ceramiczna</a:t>
            </a:r>
            <a:r>
              <a:rPr lang="pl-PL" sz="1300" spc="2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lang="pl-PL"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na</a:t>
            </a:r>
            <a:r>
              <a:rPr lang="pl-PL" sz="1300" spc="2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lang="pl-PL" sz="1300" spc="-1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szyby</a:t>
            </a:r>
            <a:r>
              <a:rPr lang="pl-PL" sz="1300" spc="-10" dirty="0">
                <a:latin typeface="URW DIN" panose="00000500000000000000" pitchFamily="50" charset="-18"/>
                <a:cs typeface="URW DIN"/>
              </a:rPr>
              <a:t> </a:t>
            </a:r>
            <a:r>
              <a:rPr lang="pl-PL"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(łatwiejsze</a:t>
            </a:r>
            <a:r>
              <a:rPr lang="pl-PL" sz="1300" spc="4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lang="pl-PL"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utrzymanie</a:t>
            </a:r>
            <a:r>
              <a:rPr lang="pl-PL" sz="1300" spc="4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lang="pl-PL"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czystości,</a:t>
            </a:r>
            <a:r>
              <a:rPr lang="pl-PL" sz="1300" spc="4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lang="pl-PL"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lepsza</a:t>
            </a:r>
            <a:r>
              <a:rPr lang="pl-PL" sz="1300" spc="4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lang="pl-PL" sz="1300" spc="-1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widoczność)</a:t>
            </a:r>
            <a:br>
              <a:rPr lang="pl-PL" sz="1300" spc="-10" dirty="0">
                <a:latin typeface="URW DIN" panose="00000500000000000000" pitchFamily="50" charset="-18"/>
                <a:cs typeface="URW DIN"/>
              </a:rPr>
            </a:br>
            <a:r>
              <a:rPr lang="pl-PL" sz="1300" spc="-1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       </a:t>
            </a:r>
            <a:r>
              <a:rPr sz="1300" dirty="0" err="1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Zabezpieczenie</a:t>
            </a:r>
            <a:r>
              <a:rPr sz="1300" spc="35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ekranu</a:t>
            </a:r>
            <a:r>
              <a:rPr sz="1300" spc="4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wewnetrznego</a:t>
            </a:r>
            <a:r>
              <a:rPr sz="1300" spc="4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folia</a:t>
            </a:r>
            <a:r>
              <a:rPr sz="1300" spc="4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spc="-1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ochronna</a:t>
            </a:r>
            <a:endParaRPr sz="1300" dirty="0">
              <a:latin typeface="URW DIN" panose="00000500000000000000" pitchFamily="50" charset="-18"/>
              <a:cs typeface="URW DI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300" dirty="0">
              <a:latin typeface="URW DIN" panose="00000500000000000000" pitchFamily="50" charset="-18"/>
              <a:cs typeface="URW DIN"/>
            </a:endParaRPr>
          </a:p>
          <a:p>
            <a:pPr marL="12700">
              <a:lnSpc>
                <a:spcPct val="150000"/>
              </a:lnSpc>
            </a:pPr>
            <a:r>
              <a:rPr b="1" spc="-10" dirty="0" err="1">
                <a:solidFill>
                  <a:srgbClr val="0080C7"/>
                </a:solidFill>
                <a:latin typeface="URW DIN" panose="00000500000000000000" pitchFamily="50" charset="-18"/>
                <a:cs typeface="URW DIN Demi"/>
              </a:rPr>
              <a:t>Gwarancje</a:t>
            </a:r>
            <a:r>
              <a:rPr b="1" spc="-10" dirty="0">
                <a:solidFill>
                  <a:srgbClr val="0080C7"/>
                </a:solidFill>
                <a:latin typeface="URW DIN" panose="00000500000000000000" pitchFamily="50" charset="-18"/>
                <a:cs typeface="URW DIN Demi"/>
              </a:rPr>
              <a:t>:</a:t>
            </a:r>
            <a:endParaRPr lang="pl-PL" b="1" spc="-10" dirty="0">
              <a:latin typeface="URW DIN" panose="00000500000000000000" pitchFamily="50" charset="-18"/>
              <a:cs typeface="URW DIN Demi"/>
            </a:endParaRPr>
          </a:p>
          <a:p>
            <a:pPr marL="12700">
              <a:lnSpc>
                <a:spcPct val="150000"/>
              </a:lnSpc>
            </a:pPr>
            <a:endParaRPr lang="pl-PL" sz="1300" b="1" spc="-10" dirty="0">
              <a:solidFill>
                <a:srgbClr val="1F2122"/>
              </a:solidFill>
              <a:latin typeface="URW DIN" panose="00000500000000000000" pitchFamily="50" charset="-18"/>
              <a:cs typeface="URW DIN"/>
            </a:endParaRPr>
          </a:p>
          <a:p>
            <a:pPr marL="12700">
              <a:lnSpc>
                <a:spcPct val="150000"/>
              </a:lnSpc>
            </a:pPr>
            <a:r>
              <a:rPr lang="pl-PL" sz="1300" b="1" spc="-1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       </a:t>
            </a: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IT`S</a:t>
            </a:r>
            <a:r>
              <a:rPr sz="1300" spc="5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Wrap</a:t>
            </a:r>
            <a:r>
              <a:rPr sz="1300" spc="1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Warranty</a:t>
            </a:r>
            <a:r>
              <a:rPr sz="1300" spc="5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-</a:t>
            </a:r>
            <a:r>
              <a:rPr sz="1300" spc="1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2</a:t>
            </a:r>
            <a:r>
              <a:rPr sz="1300" spc="5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lata</a:t>
            </a:r>
            <a:r>
              <a:rPr sz="1300" spc="1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gwarancji</a:t>
            </a:r>
            <a:r>
              <a:rPr sz="1300" spc="1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dirty="0" err="1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na</a:t>
            </a:r>
            <a:r>
              <a:rPr sz="1300" spc="5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</a:t>
            </a:r>
            <a:r>
              <a:rPr sz="1300" spc="-10" dirty="0" err="1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montaż</a:t>
            </a:r>
            <a:endParaRPr lang="pl-PL" sz="1300" spc="-10" dirty="0">
              <a:solidFill>
                <a:srgbClr val="1F2122"/>
              </a:solidFill>
              <a:latin typeface="URW DIN" panose="00000500000000000000" pitchFamily="50" charset="-18"/>
              <a:cs typeface="URW DIN"/>
            </a:endParaRPr>
          </a:p>
          <a:p>
            <a:pPr marL="12700">
              <a:lnSpc>
                <a:spcPct val="150000"/>
              </a:lnSpc>
            </a:pPr>
            <a:r>
              <a:rPr lang="pl-PL" sz="1300" spc="-10" dirty="0">
                <a:solidFill>
                  <a:srgbClr val="1F2122"/>
                </a:solidFill>
                <a:latin typeface="URW DIN" panose="00000500000000000000" pitchFamily="50" charset="-18"/>
                <a:cs typeface="URW DIN"/>
              </a:rPr>
              <a:t>        Trwałość folii – 10 lat</a:t>
            </a:r>
            <a:endParaRPr sz="1300" dirty="0">
              <a:latin typeface="URW DIN" panose="00000500000000000000" pitchFamily="50" charset="-18"/>
              <a:cs typeface="URW DI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53106" y="7646899"/>
            <a:ext cx="428752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Arial"/>
              </a:rPr>
              <a:t>Cena</a:t>
            </a:r>
            <a:r>
              <a:rPr lang="pl-PL" sz="1300" dirty="0">
                <a:solidFill>
                  <a:srgbClr val="1F2122"/>
                </a:solidFill>
                <a:latin typeface="URW DIN" panose="00000500000000000000" pitchFamily="50" charset="-18"/>
                <a:cs typeface="Arial"/>
              </a:rPr>
              <a:t> katalogowa</a:t>
            </a:r>
            <a:r>
              <a:rPr sz="1300" spc="10" dirty="0">
                <a:solidFill>
                  <a:srgbClr val="1F2122"/>
                </a:solidFill>
                <a:latin typeface="URW DIN" panose="00000500000000000000" pitchFamily="50" charset="-18"/>
                <a:cs typeface="Arial"/>
              </a:rPr>
              <a:t> </a:t>
            </a:r>
            <a:r>
              <a:rPr sz="1300" dirty="0" err="1">
                <a:solidFill>
                  <a:srgbClr val="1F2122"/>
                </a:solidFill>
                <a:latin typeface="URW DIN" panose="00000500000000000000" pitchFamily="50" charset="-18"/>
                <a:cs typeface="Arial"/>
              </a:rPr>
              <a:t>pakietu</a:t>
            </a:r>
            <a:r>
              <a:rPr sz="1300" dirty="0">
                <a:solidFill>
                  <a:srgbClr val="1F2122"/>
                </a:solidFill>
                <a:latin typeface="URW DIN" panose="00000500000000000000" pitchFamily="50" charset="-18"/>
                <a:cs typeface="Arial"/>
              </a:rPr>
              <a:t>:</a:t>
            </a:r>
            <a:r>
              <a:rPr lang="pl-PL" sz="1300" spc="15" dirty="0">
                <a:solidFill>
                  <a:srgbClr val="1F2122"/>
                </a:solidFill>
                <a:latin typeface="URW DIN" panose="00000500000000000000" pitchFamily="50" charset="-18"/>
                <a:cs typeface="Arial"/>
              </a:rPr>
              <a:t> </a:t>
            </a:r>
            <a:r>
              <a:rPr lang="pl-PL" sz="1300" b="1" dirty="0">
                <a:latin typeface="URW DIN" panose="00000500000000000000" pitchFamily="50" charset="-18"/>
              </a:rPr>
              <a:t>{{CENA_KATALOG}}</a:t>
            </a:r>
            <a:endParaRPr sz="1300" b="1" dirty="0">
              <a:latin typeface="URW DIN" panose="00000500000000000000" pitchFamily="50" charset="-18"/>
              <a:cs typeface="URW DI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7555" y="7512855"/>
            <a:ext cx="6840220" cy="0"/>
          </a:xfrm>
          <a:custGeom>
            <a:avLst/>
            <a:gdLst/>
            <a:ahLst/>
            <a:cxnLst/>
            <a:rect l="l" t="t" r="r" b="b"/>
            <a:pathLst>
              <a:path w="6840220">
                <a:moveTo>
                  <a:pt x="0" y="0"/>
                </a:moveTo>
                <a:lnTo>
                  <a:pt x="6840004" y="0"/>
                </a:lnTo>
              </a:path>
            </a:pathLst>
          </a:custGeom>
          <a:ln w="14401">
            <a:solidFill>
              <a:srgbClr val="0080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7555" y="1244936"/>
            <a:ext cx="6840220" cy="0"/>
          </a:xfrm>
          <a:custGeom>
            <a:avLst/>
            <a:gdLst/>
            <a:ahLst/>
            <a:cxnLst/>
            <a:rect l="l" t="t" r="r" b="b"/>
            <a:pathLst>
              <a:path w="6840220">
                <a:moveTo>
                  <a:pt x="0" y="0"/>
                </a:moveTo>
                <a:lnTo>
                  <a:pt x="6840004" y="0"/>
                </a:lnTo>
              </a:path>
            </a:pathLst>
          </a:custGeom>
          <a:ln w="14401">
            <a:solidFill>
              <a:srgbClr val="0080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91265" y="9467167"/>
            <a:ext cx="2139315" cy="564515"/>
            <a:chOff x="491265" y="9467167"/>
            <a:chExt cx="2139315" cy="564515"/>
          </a:xfrm>
        </p:grpSpPr>
        <p:sp>
          <p:nvSpPr>
            <p:cNvPr id="8" name="object 8"/>
            <p:cNvSpPr/>
            <p:nvPr/>
          </p:nvSpPr>
          <p:spPr>
            <a:xfrm>
              <a:off x="1600160" y="9988182"/>
              <a:ext cx="993775" cy="43815"/>
            </a:xfrm>
            <a:custGeom>
              <a:avLst/>
              <a:gdLst/>
              <a:ahLst/>
              <a:cxnLst/>
              <a:rect l="l" t="t" r="r" b="b"/>
              <a:pathLst>
                <a:path w="993775" h="43815">
                  <a:moveTo>
                    <a:pt x="7531" y="469"/>
                  </a:moveTo>
                  <a:lnTo>
                    <a:pt x="0" y="469"/>
                  </a:lnTo>
                  <a:lnTo>
                    <a:pt x="0" y="42621"/>
                  </a:lnTo>
                  <a:lnTo>
                    <a:pt x="7607" y="42621"/>
                  </a:lnTo>
                  <a:lnTo>
                    <a:pt x="7607" y="12509"/>
                  </a:lnTo>
                  <a:lnTo>
                    <a:pt x="14713" y="12509"/>
                  </a:lnTo>
                  <a:lnTo>
                    <a:pt x="7531" y="469"/>
                  </a:lnTo>
                  <a:close/>
                </a:path>
                <a:path w="993775" h="43815">
                  <a:moveTo>
                    <a:pt x="46050" y="12509"/>
                  </a:moveTo>
                  <a:lnTo>
                    <a:pt x="38455" y="12509"/>
                  </a:lnTo>
                  <a:lnTo>
                    <a:pt x="38455" y="42621"/>
                  </a:lnTo>
                  <a:lnTo>
                    <a:pt x="46050" y="42621"/>
                  </a:lnTo>
                  <a:lnTo>
                    <a:pt x="46050" y="12509"/>
                  </a:lnTo>
                  <a:close/>
                </a:path>
                <a:path w="993775" h="43815">
                  <a:moveTo>
                    <a:pt x="14713" y="12509"/>
                  </a:moveTo>
                  <a:lnTo>
                    <a:pt x="7607" y="12509"/>
                  </a:lnTo>
                  <a:lnTo>
                    <a:pt x="20523" y="33820"/>
                  </a:lnTo>
                  <a:lnTo>
                    <a:pt x="25539" y="33820"/>
                  </a:lnTo>
                  <a:lnTo>
                    <a:pt x="30011" y="26441"/>
                  </a:lnTo>
                  <a:lnTo>
                    <a:pt x="23025" y="26441"/>
                  </a:lnTo>
                  <a:lnTo>
                    <a:pt x="14713" y="12509"/>
                  </a:lnTo>
                  <a:close/>
                </a:path>
                <a:path w="993775" h="43815">
                  <a:moveTo>
                    <a:pt x="46050" y="469"/>
                  </a:moveTo>
                  <a:lnTo>
                    <a:pt x="38531" y="469"/>
                  </a:lnTo>
                  <a:lnTo>
                    <a:pt x="23025" y="26441"/>
                  </a:lnTo>
                  <a:lnTo>
                    <a:pt x="30011" y="26441"/>
                  </a:lnTo>
                  <a:lnTo>
                    <a:pt x="38455" y="12509"/>
                  </a:lnTo>
                  <a:lnTo>
                    <a:pt x="46050" y="12509"/>
                  </a:lnTo>
                  <a:lnTo>
                    <a:pt x="46050" y="469"/>
                  </a:lnTo>
                  <a:close/>
                </a:path>
                <a:path w="993775" h="43815">
                  <a:moveTo>
                    <a:pt x="116332" y="469"/>
                  </a:moveTo>
                  <a:lnTo>
                    <a:pt x="108737" y="469"/>
                  </a:lnTo>
                  <a:lnTo>
                    <a:pt x="89547" y="42621"/>
                  </a:lnTo>
                  <a:lnTo>
                    <a:pt x="98107" y="42621"/>
                  </a:lnTo>
                  <a:lnTo>
                    <a:pt x="101803" y="33820"/>
                  </a:lnTo>
                  <a:lnTo>
                    <a:pt x="131524" y="33820"/>
                  </a:lnTo>
                  <a:lnTo>
                    <a:pt x="129210" y="28740"/>
                  </a:lnTo>
                  <a:lnTo>
                    <a:pt x="103720" y="28740"/>
                  </a:lnTo>
                  <a:lnTo>
                    <a:pt x="112572" y="8140"/>
                  </a:lnTo>
                  <a:lnTo>
                    <a:pt x="119826" y="8140"/>
                  </a:lnTo>
                  <a:lnTo>
                    <a:pt x="116332" y="469"/>
                  </a:lnTo>
                  <a:close/>
                </a:path>
                <a:path w="993775" h="43815">
                  <a:moveTo>
                    <a:pt x="131524" y="33820"/>
                  </a:moveTo>
                  <a:lnTo>
                    <a:pt x="123266" y="33820"/>
                  </a:lnTo>
                  <a:lnTo>
                    <a:pt x="126974" y="42621"/>
                  </a:lnTo>
                  <a:lnTo>
                    <a:pt x="135534" y="42621"/>
                  </a:lnTo>
                  <a:lnTo>
                    <a:pt x="131524" y="33820"/>
                  </a:lnTo>
                  <a:close/>
                </a:path>
                <a:path w="993775" h="43815">
                  <a:moveTo>
                    <a:pt x="119826" y="8140"/>
                  </a:moveTo>
                  <a:lnTo>
                    <a:pt x="112572" y="8140"/>
                  </a:lnTo>
                  <a:lnTo>
                    <a:pt x="121348" y="28740"/>
                  </a:lnTo>
                  <a:lnTo>
                    <a:pt x="129210" y="28740"/>
                  </a:lnTo>
                  <a:lnTo>
                    <a:pt x="119826" y="8140"/>
                  </a:lnTo>
                  <a:close/>
                </a:path>
                <a:path w="993775" h="43815">
                  <a:moveTo>
                    <a:pt x="184327" y="469"/>
                  </a:moveTo>
                  <a:lnTo>
                    <a:pt x="176504" y="469"/>
                  </a:lnTo>
                  <a:lnTo>
                    <a:pt x="176504" y="42621"/>
                  </a:lnTo>
                  <a:lnTo>
                    <a:pt x="184327" y="42621"/>
                  </a:lnTo>
                  <a:lnTo>
                    <a:pt x="184327" y="29159"/>
                  </a:lnTo>
                  <a:lnTo>
                    <a:pt x="191477" y="21894"/>
                  </a:lnTo>
                  <a:lnTo>
                    <a:pt x="199802" y="21894"/>
                  </a:lnTo>
                  <a:lnTo>
                    <a:pt x="199537" y="21539"/>
                  </a:lnTo>
                  <a:lnTo>
                    <a:pt x="184327" y="21539"/>
                  </a:lnTo>
                  <a:lnTo>
                    <a:pt x="184327" y="469"/>
                  </a:lnTo>
                  <a:close/>
                </a:path>
                <a:path w="993775" h="43815">
                  <a:moveTo>
                    <a:pt x="199802" y="21894"/>
                  </a:moveTo>
                  <a:lnTo>
                    <a:pt x="191477" y="21894"/>
                  </a:lnTo>
                  <a:lnTo>
                    <a:pt x="206095" y="42621"/>
                  </a:lnTo>
                  <a:lnTo>
                    <a:pt x="215252" y="42621"/>
                  </a:lnTo>
                  <a:lnTo>
                    <a:pt x="199802" y="21894"/>
                  </a:lnTo>
                  <a:close/>
                </a:path>
                <a:path w="993775" h="43815">
                  <a:moveTo>
                    <a:pt x="213779" y="469"/>
                  </a:moveTo>
                  <a:lnTo>
                    <a:pt x="204546" y="469"/>
                  </a:lnTo>
                  <a:lnTo>
                    <a:pt x="184327" y="21539"/>
                  </a:lnTo>
                  <a:lnTo>
                    <a:pt x="199537" y="21539"/>
                  </a:lnTo>
                  <a:lnTo>
                    <a:pt x="196583" y="17576"/>
                  </a:lnTo>
                  <a:lnTo>
                    <a:pt x="213779" y="469"/>
                  </a:lnTo>
                  <a:close/>
                </a:path>
                <a:path w="993775" h="43815">
                  <a:moveTo>
                    <a:pt x="290334" y="469"/>
                  </a:moveTo>
                  <a:lnTo>
                    <a:pt x="258737" y="469"/>
                  </a:lnTo>
                  <a:lnTo>
                    <a:pt x="258737" y="42621"/>
                  </a:lnTo>
                  <a:lnTo>
                    <a:pt x="290550" y="42621"/>
                  </a:lnTo>
                  <a:lnTo>
                    <a:pt x="290550" y="37414"/>
                  </a:lnTo>
                  <a:lnTo>
                    <a:pt x="266560" y="37414"/>
                  </a:lnTo>
                  <a:lnTo>
                    <a:pt x="266560" y="23914"/>
                  </a:lnTo>
                  <a:lnTo>
                    <a:pt x="286791" y="23914"/>
                  </a:lnTo>
                  <a:lnTo>
                    <a:pt x="286791" y="18707"/>
                  </a:lnTo>
                  <a:lnTo>
                    <a:pt x="266560" y="18707"/>
                  </a:lnTo>
                  <a:lnTo>
                    <a:pt x="266560" y="5651"/>
                  </a:lnTo>
                  <a:lnTo>
                    <a:pt x="290334" y="5651"/>
                  </a:lnTo>
                  <a:lnTo>
                    <a:pt x="290334" y="469"/>
                  </a:lnTo>
                  <a:close/>
                </a:path>
                <a:path w="993775" h="43815">
                  <a:moveTo>
                    <a:pt x="381139" y="469"/>
                  </a:moveTo>
                  <a:lnTo>
                    <a:pt x="373253" y="469"/>
                  </a:lnTo>
                  <a:lnTo>
                    <a:pt x="373253" y="42621"/>
                  </a:lnTo>
                  <a:lnTo>
                    <a:pt x="381139" y="42621"/>
                  </a:lnTo>
                  <a:lnTo>
                    <a:pt x="381139" y="469"/>
                  </a:lnTo>
                  <a:close/>
                </a:path>
                <a:path w="993775" h="43815">
                  <a:moveTo>
                    <a:pt x="448386" y="5651"/>
                  </a:moveTo>
                  <a:lnTo>
                    <a:pt x="440499" y="5651"/>
                  </a:lnTo>
                  <a:lnTo>
                    <a:pt x="440499" y="42621"/>
                  </a:lnTo>
                  <a:lnTo>
                    <a:pt x="448386" y="42621"/>
                  </a:lnTo>
                  <a:lnTo>
                    <a:pt x="448386" y="5651"/>
                  </a:lnTo>
                  <a:close/>
                </a:path>
                <a:path w="993775" h="43815">
                  <a:moveTo>
                    <a:pt x="463156" y="469"/>
                  </a:moveTo>
                  <a:lnTo>
                    <a:pt x="425729" y="469"/>
                  </a:lnTo>
                  <a:lnTo>
                    <a:pt x="425729" y="5651"/>
                  </a:lnTo>
                  <a:lnTo>
                    <a:pt x="463156" y="5651"/>
                  </a:lnTo>
                  <a:lnTo>
                    <a:pt x="463156" y="469"/>
                  </a:lnTo>
                  <a:close/>
                </a:path>
                <a:path w="993775" h="43815">
                  <a:moveTo>
                    <a:pt x="571461" y="0"/>
                  </a:moveTo>
                  <a:lnTo>
                    <a:pt x="554189" y="0"/>
                  </a:lnTo>
                  <a:lnTo>
                    <a:pt x="549757" y="1409"/>
                  </a:lnTo>
                  <a:lnTo>
                    <a:pt x="545896" y="5130"/>
                  </a:lnTo>
                  <a:lnTo>
                    <a:pt x="543612" y="7366"/>
                  </a:lnTo>
                  <a:lnTo>
                    <a:pt x="542531" y="10744"/>
                  </a:lnTo>
                  <a:lnTo>
                    <a:pt x="542596" y="32169"/>
                  </a:lnTo>
                  <a:lnTo>
                    <a:pt x="543420" y="35242"/>
                  </a:lnTo>
                  <a:lnTo>
                    <a:pt x="545872" y="38074"/>
                  </a:lnTo>
                  <a:lnTo>
                    <a:pt x="548944" y="41490"/>
                  </a:lnTo>
                  <a:lnTo>
                    <a:pt x="553669" y="43205"/>
                  </a:lnTo>
                  <a:lnTo>
                    <a:pt x="571754" y="43205"/>
                  </a:lnTo>
                  <a:lnTo>
                    <a:pt x="577951" y="39433"/>
                  </a:lnTo>
                  <a:lnTo>
                    <a:pt x="578049" y="38074"/>
                  </a:lnTo>
                  <a:lnTo>
                    <a:pt x="553300" y="38074"/>
                  </a:lnTo>
                  <a:lnTo>
                    <a:pt x="550430" y="34709"/>
                  </a:lnTo>
                  <a:lnTo>
                    <a:pt x="550430" y="8559"/>
                  </a:lnTo>
                  <a:lnTo>
                    <a:pt x="553300" y="5130"/>
                  </a:lnTo>
                  <a:lnTo>
                    <a:pt x="577455" y="5130"/>
                  </a:lnTo>
                  <a:lnTo>
                    <a:pt x="577367" y="3886"/>
                  </a:lnTo>
                  <a:lnTo>
                    <a:pt x="571461" y="0"/>
                  </a:lnTo>
                  <a:close/>
                </a:path>
                <a:path w="993775" h="43815">
                  <a:moveTo>
                    <a:pt x="571106" y="31521"/>
                  </a:moveTo>
                  <a:lnTo>
                    <a:pt x="570551" y="34709"/>
                  </a:lnTo>
                  <a:lnTo>
                    <a:pt x="570458" y="35242"/>
                  </a:lnTo>
                  <a:lnTo>
                    <a:pt x="570357" y="35826"/>
                  </a:lnTo>
                  <a:lnTo>
                    <a:pt x="566889" y="38074"/>
                  </a:lnTo>
                  <a:lnTo>
                    <a:pt x="578049" y="38074"/>
                  </a:lnTo>
                  <a:lnTo>
                    <a:pt x="578472" y="32169"/>
                  </a:lnTo>
                  <a:lnTo>
                    <a:pt x="571106" y="31521"/>
                  </a:lnTo>
                  <a:close/>
                </a:path>
                <a:path w="993775" h="43815">
                  <a:moveTo>
                    <a:pt x="577455" y="5130"/>
                  </a:moveTo>
                  <a:lnTo>
                    <a:pt x="566585" y="5130"/>
                  </a:lnTo>
                  <a:lnTo>
                    <a:pt x="569912" y="7366"/>
                  </a:lnTo>
                  <a:lnTo>
                    <a:pt x="570429" y="10744"/>
                  </a:lnTo>
                  <a:lnTo>
                    <a:pt x="570499" y="11201"/>
                  </a:lnTo>
                  <a:lnTo>
                    <a:pt x="570572" y="11684"/>
                  </a:lnTo>
                  <a:lnTo>
                    <a:pt x="577888" y="11201"/>
                  </a:lnTo>
                  <a:lnTo>
                    <a:pt x="577455" y="5130"/>
                  </a:lnTo>
                  <a:close/>
                </a:path>
                <a:path w="993775" h="43815">
                  <a:moveTo>
                    <a:pt x="632434" y="469"/>
                  </a:moveTo>
                  <a:lnTo>
                    <a:pt x="624547" y="469"/>
                  </a:lnTo>
                  <a:lnTo>
                    <a:pt x="624547" y="42621"/>
                  </a:lnTo>
                  <a:lnTo>
                    <a:pt x="632434" y="42621"/>
                  </a:lnTo>
                  <a:lnTo>
                    <a:pt x="632434" y="23914"/>
                  </a:lnTo>
                  <a:lnTo>
                    <a:pt x="660565" y="23914"/>
                  </a:lnTo>
                  <a:lnTo>
                    <a:pt x="660565" y="18707"/>
                  </a:lnTo>
                  <a:lnTo>
                    <a:pt x="632434" y="18707"/>
                  </a:lnTo>
                  <a:lnTo>
                    <a:pt x="632434" y="469"/>
                  </a:lnTo>
                  <a:close/>
                </a:path>
                <a:path w="993775" h="43815">
                  <a:moveTo>
                    <a:pt x="660565" y="23914"/>
                  </a:moveTo>
                  <a:lnTo>
                    <a:pt x="652665" y="23914"/>
                  </a:lnTo>
                  <a:lnTo>
                    <a:pt x="652665" y="42621"/>
                  </a:lnTo>
                  <a:lnTo>
                    <a:pt x="660565" y="42621"/>
                  </a:lnTo>
                  <a:lnTo>
                    <a:pt x="660565" y="23914"/>
                  </a:lnTo>
                  <a:close/>
                </a:path>
                <a:path w="993775" h="43815">
                  <a:moveTo>
                    <a:pt x="660565" y="469"/>
                  </a:moveTo>
                  <a:lnTo>
                    <a:pt x="652665" y="469"/>
                  </a:lnTo>
                  <a:lnTo>
                    <a:pt x="652665" y="18707"/>
                  </a:lnTo>
                  <a:lnTo>
                    <a:pt x="660565" y="18707"/>
                  </a:lnTo>
                  <a:lnTo>
                    <a:pt x="660565" y="469"/>
                  </a:lnTo>
                  <a:close/>
                </a:path>
                <a:path w="993775" h="43815">
                  <a:moveTo>
                    <a:pt x="730834" y="469"/>
                  </a:moveTo>
                  <a:lnTo>
                    <a:pt x="723239" y="469"/>
                  </a:lnTo>
                  <a:lnTo>
                    <a:pt x="704049" y="42621"/>
                  </a:lnTo>
                  <a:lnTo>
                    <a:pt x="712609" y="42621"/>
                  </a:lnTo>
                  <a:lnTo>
                    <a:pt x="716292" y="33820"/>
                  </a:lnTo>
                  <a:lnTo>
                    <a:pt x="746027" y="33820"/>
                  </a:lnTo>
                  <a:lnTo>
                    <a:pt x="743712" y="28740"/>
                  </a:lnTo>
                  <a:lnTo>
                    <a:pt x="718223" y="28740"/>
                  </a:lnTo>
                  <a:lnTo>
                    <a:pt x="727075" y="8140"/>
                  </a:lnTo>
                  <a:lnTo>
                    <a:pt x="734328" y="8140"/>
                  </a:lnTo>
                  <a:lnTo>
                    <a:pt x="730834" y="469"/>
                  </a:lnTo>
                  <a:close/>
                </a:path>
                <a:path w="993775" h="43815">
                  <a:moveTo>
                    <a:pt x="746027" y="33820"/>
                  </a:moveTo>
                  <a:lnTo>
                    <a:pt x="737781" y="33820"/>
                  </a:lnTo>
                  <a:lnTo>
                    <a:pt x="741464" y="42621"/>
                  </a:lnTo>
                  <a:lnTo>
                    <a:pt x="750036" y="42621"/>
                  </a:lnTo>
                  <a:lnTo>
                    <a:pt x="746027" y="33820"/>
                  </a:lnTo>
                  <a:close/>
                </a:path>
                <a:path w="993775" h="43815">
                  <a:moveTo>
                    <a:pt x="734328" y="8140"/>
                  </a:moveTo>
                  <a:lnTo>
                    <a:pt x="727075" y="8140"/>
                  </a:lnTo>
                  <a:lnTo>
                    <a:pt x="735850" y="28740"/>
                  </a:lnTo>
                  <a:lnTo>
                    <a:pt x="743712" y="28740"/>
                  </a:lnTo>
                  <a:lnTo>
                    <a:pt x="734328" y="8140"/>
                  </a:lnTo>
                  <a:close/>
                </a:path>
                <a:path w="993775" h="43815">
                  <a:moveTo>
                    <a:pt x="798614" y="469"/>
                  </a:moveTo>
                  <a:lnTo>
                    <a:pt x="790943" y="469"/>
                  </a:lnTo>
                  <a:lnTo>
                    <a:pt x="790943" y="42621"/>
                  </a:lnTo>
                  <a:lnTo>
                    <a:pt x="798614" y="42621"/>
                  </a:lnTo>
                  <a:lnTo>
                    <a:pt x="798614" y="11087"/>
                  </a:lnTo>
                  <a:lnTo>
                    <a:pt x="806519" y="11087"/>
                  </a:lnTo>
                  <a:lnTo>
                    <a:pt x="798614" y="469"/>
                  </a:lnTo>
                  <a:close/>
                </a:path>
                <a:path w="993775" h="43815">
                  <a:moveTo>
                    <a:pt x="806519" y="11087"/>
                  </a:moveTo>
                  <a:lnTo>
                    <a:pt x="798614" y="11087"/>
                  </a:lnTo>
                  <a:lnTo>
                    <a:pt x="822083" y="42621"/>
                  </a:lnTo>
                  <a:lnTo>
                    <a:pt x="829767" y="42621"/>
                  </a:lnTo>
                  <a:lnTo>
                    <a:pt x="829767" y="31991"/>
                  </a:lnTo>
                  <a:lnTo>
                    <a:pt x="822083" y="31991"/>
                  </a:lnTo>
                  <a:lnTo>
                    <a:pt x="806519" y="11087"/>
                  </a:lnTo>
                  <a:close/>
                </a:path>
                <a:path w="993775" h="43815">
                  <a:moveTo>
                    <a:pt x="829767" y="469"/>
                  </a:moveTo>
                  <a:lnTo>
                    <a:pt x="822083" y="469"/>
                  </a:lnTo>
                  <a:lnTo>
                    <a:pt x="822083" y="31991"/>
                  </a:lnTo>
                  <a:lnTo>
                    <a:pt x="829767" y="31991"/>
                  </a:lnTo>
                  <a:lnTo>
                    <a:pt x="829767" y="469"/>
                  </a:lnTo>
                  <a:close/>
                </a:path>
                <a:path w="993775" h="43815">
                  <a:moveTo>
                    <a:pt x="906602" y="0"/>
                  </a:moveTo>
                  <a:lnTo>
                    <a:pt x="888961" y="0"/>
                  </a:lnTo>
                  <a:lnTo>
                    <a:pt x="884466" y="1409"/>
                  </a:lnTo>
                  <a:lnTo>
                    <a:pt x="880441" y="5130"/>
                  </a:lnTo>
                  <a:lnTo>
                    <a:pt x="878079" y="7366"/>
                  </a:lnTo>
                  <a:lnTo>
                    <a:pt x="877011" y="10680"/>
                  </a:lnTo>
                  <a:lnTo>
                    <a:pt x="877011" y="31991"/>
                  </a:lnTo>
                  <a:lnTo>
                    <a:pt x="877754" y="34709"/>
                  </a:lnTo>
                  <a:lnTo>
                    <a:pt x="877789" y="34836"/>
                  </a:lnTo>
                  <a:lnTo>
                    <a:pt x="877900" y="35242"/>
                  </a:lnTo>
                  <a:lnTo>
                    <a:pt x="880505" y="38074"/>
                  </a:lnTo>
                  <a:lnTo>
                    <a:pt x="883756" y="41681"/>
                  </a:lnTo>
                  <a:lnTo>
                    <a:pt x="883992" y="41681"/>
                  </a:lnTo>
                  <a:lnTo>
                    <a:pt x="888517" y="43205"/>
                  </a:lnTo>
                  <a:lnTo>
                    <a:pt x="902919" y="43205"/>
                  </a:lnTo>
                  <a:lnTo>
                    <a:pt x="907719" y="41681"/>
                  </a:lnTo>
                  <a:lnTo>
                    <a:pt x="911458" y="38074"/>
                  </a:lnTo>
                  <a:lnTo>
                    <a:pt x="887933" y="38074"/>
                  </a:lnTo>
                  <a:lnTo>
                    <a:pt x="885024" y="34836"/>
                  </a:lnTo>
                  <a:lnTo>
                    <a:pt x="884910" y="8559"/>
                  </a:lnTo>
                  <a:lnTo>
                    <a:pt x="887933" y="5130"/>
                  </a:lnTo>
                  <a:lnTo>
                    <a:pt x="912823" y="5130"/>
                  </a:lnTo>
                  <a:lnTo>
                    <a:pt x="912736" y="3886"/>
                  </a:lnTo>
                  <a:lnTo>
                    <a:pt x="906602" y="0"/>
                  </a:lnTo>
                  <a:close/>
                </a:path>
                <a:path w="993775" h="43815">
                  <a:moveTo>
                    <a:pt x="914882" y="20002"/>
                  </a:moveTo>
                  <a:lnTo>
                    <a:pt x="897153" y="20002"/>
                  </a:lnTo>
                  <a:lnTo>
                    <a:pt x="897153" y="24904"/>
                  </a:lnTo>
                  <a:lnTo>
                    <a:pt x="907046" y="24904"/>
                  </a:lnTo>
                  <a:lnTo>
                    <a:pt x="907046" y="34836"/>
                  </a:lnTo>
                  <a:lnTo>
                    <a:pt x="903427" y="38074"/>
                  </a:lnTo>
                  <a:lnTo>
                    <a:pt x="911458" y="38074"/>
                  </a:lnTo>
                  <a:lnTo>
                    <a:pt x="913841" y="35775"/>
                  </a:lnTo>
                  <a:lnTo>
                    <a:pt x="914882" y="32639"/>
                  </a:lnTo>
                  <a:lnTo>
                    <a:pt x="914882" y="20002"/>
                  </a:lnTo>
                  <a:close/>
                </a:path>
                <a:path w="993775" h="43815">
                  <a:moveTo>
                    <a:pt x="912823" y="5130"/>
                  </a:moveTo>
                  <a:lnTo>
                    <a:pt x="901725" y="5130"/>
                  </a:lnTo>
                  <a:lnTo>
                    <a:pt x="905205" y="7366"/>
                  </a:lnTo>
                  <a:lnTo>
                    <a:pt x="905770" y="10680"/>
                  </a:lnTo>
                  <a:lnTo>
                    <a:pt x="905872" y="11277"/>
                  </a:lnTo>
                  <a:lnTo>
                    <a:pt x="905941" y="11684"/>
                  </a:lnTo>
                  <a:lnTo>
                    <a:pt x="913257" y="11277"/>
                  </a:lnTo>
                  <a:lnTo>
                    <a:pt x="912823" y="5130"/>
                  </a:lnTo>
                  <a:close/>
                </a:path>
                <a:path w="993775" h="43815">
                  <a:moveTo>
                    <a:pt x="993127" y="469"/>
                  </a:moveTo>
                  <a:lnTo>
                    <a:pt x="961529" y="469"/>
                  </a:lnTo>
                  <a:lnTo>
                    <a:pt x="961529" y="42621"/>
                  </a:lnTo>
                  <a:lnTo>
                    <a:pt x="993355" y="42621"/>
                  </a:lnTo>
                  <a:lnTo>
                    <a:pt x="993355" y="37414"/>
                  </a:lnTo>
                  <a:lnTo>
                    <a:pt x="969352" y="37414"/>
                  </a:lnTo>
                  <a:lnTo>
                    <a:pt x="969352" y="23914"/>
                  </a:lnTo>
                  <a:lnTo>
                    <a:pt x="989584" y="23914"/>
                  </a:lnTo>
                  <a:lnTo>
                    <a:pt x="989584" y="18707"/>
                  </a:lnTo>
                  <a:lnTo>
                    <a:pt x="969352" y="18707"/>
                  </a:lnTo>
                  <a:lnTo>
                    <a:pt x="969352" y="5651"/>
                  </a:lnTo>
                  <a:lnTo>
                    <a:pt x="993127" y="5651"/>
                  </a:lnTo>
                  <a:lnTo>
                    <a:pt x="993127" y="469"/>
                  </a:lnTo>
                  <a:close/>
                </a:path>
              </a:pathLst>
            </a:custGeom>
            <a:solidFill>
              <a:srgbClr val="1F21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1261" y="9467176"/>
              <a:ext cx="2139315" cy="483234"/>
            </a:xfrm>
            <a:custGeom>
              <a:avLst/>
              <a:gdLst/>
              <a:ahLst/>
              <a:cxnLst/>
              <a:rect l="l" t="t" r="r" b="b"/>
              <a:pathLst>
                <a:path w="2139315" h="483234">
                  <a:moveTo>
                    <a:pt x="2139251" y="205943"/>
                  </a:moveTo>
                  <a:lnTo>
                    <a:pt x="1069619" y="205943"/>
                  </a:lnTo>
                  <a:lnTo>
                    <a:pt x="1069619" y="237172"/>
                  </a:lnTo>
                  <a:lnTo>
                    <a:pt x="1069619" y="239445"/>
                  </a:lnTo>
                  <a:lnTo>
                    <a:pt x="1069479" y="238912"/>
                  </a:lnTo>
                  <a:lnTo>
                    <a:pt x="1069454" y="238353"/>
                  </a:lnTo>
                  <a:lnTo>
                    <a:pt x="1069619" y="237172"/>
                  </a:lnTo>
                  <a:lnTo>
                    <a:pt x="1069619" y="205943"/>
                  </a:lnTo>
                  <a:lnTo>
                    <a:pt x="725131" y="205943"/>
                  </a:lnTo>
                  <a:lnTo>
                    <a:pt x="725131" y="31000"/>
                  </a:lnTo>
                  <a:lnTo>
                    <a:pt x="722693" y="18948"/>
                  </a:lnTo>
                  <a:lnTo>
                    <a:pt x="718718" y="13068"/>
                  </a:lnTo>
                  <a:lnTo>
                    <a:pt x="718718" y="31000"/>
                  </a:lnTo>
                  <a:lnTo>
                    <a:pt x="718718" y="312978"/>
                  </a:lnTo>
                  <a:lnTo>
                    <a:pt x="611657" y="205943"/>
                  </a:lnTo>
                  <a:lnTo>
                    <a:pt x="117932" y="205943"/>
                  </a:lnTo>
                  <a:lnTo>
                    <a:pt x="117932" y="31000"/>
                  </a:lnTo>
                  <a:lnTo>
                    <a:pt x="119862" y="21437"/>
                  </a:lnTo>
                  <a:lnTo>
                    <a:pt x="125145" y="13627"/>
                  </a:lnTo>
                  <a:lnTo>
                    <a:pt x="132956" y="8343"/>
                  </a:lnTo>
                  <a:lnTo>
                    <a:pt x="142519" y="6413"/>
                  </a:lnTo>
                  <a:lnTo>
                    <a:pt x="694105" y="6413"/>
                  </a:lnTo>
                  <a:lnTo>
                    <a:pt x="703681" y="8343"/>
                  </a:lnTo>
                  <a:lnTo>
                    <a:pt x="711504" y="13627"/>
                  </a:lnTo>
                  <a:lnTo>
                    <a:pt x="716788" y="21437"/>
                  </a:lnTo>
                  <a:lnTo>
                    <a:pt x="718718" y="31000"/>
                  </a:lnTo>
                  <a:lnTo>
                    <a:pt x="718718" y="13068"/>
                  </a:lnTo>
                  <a:lnTo>
                    <a:pt x="716038" y="9093"/>
                  </a:lnTo>
                  <a:lnTo>
                    <a:pt x="712063" y="6413"/>
                  </a:lnTo>
                  <a:lnTo>
                    <a:pt x="706170" y="2438"/>
                  </a:lnTo>
                  <a:lnTo>
                    <a:pt x="694105" y="0"/>
                  </a:lnTo>
                  <a:lnTo>
                    <a:pt x="142519" y="0"/>
                  </a:lnTo>
                  <a:lnTo>
                    <a:pt x="130467" y="2438"/>
                  </a:lnTo>
                  <a:lnTo>
                    <a:pt x="120599" y="9093"/>
                  </a:lnTo>
                  <a:lnTo>
                    <a:pt x="113944" y="18948"/>
                  </a:lnTo>
                  <a:lnTo>
                    <a:pt x="111506" y="31000"/>
                  </a:lnTo>
                  <a:lnTo>
                    <a:pt x="111506" y="205943"/>
                  </a:lnTo>
                  <a:lnTo>
                    <a:pt x="34290" y="205943"/>
                  </a:lnTo>
                  <a:lnTo>
                    <a:pt x="20942" y="208648"/>
                  </a:lnTo>
                  <a:lnTo>
                    <a:pt x="10045" y="215988"/>
                  </a:lnTo>
                  <a:lnTo>
                    <a:pt x="2692" y="226885"/>
                  </a:lnTo>
                  <a:lnTo>
                    <a:pt x="368" y="238353"/>
                  </a:lnTo>
                  <a:lnTo>
                    <a:pt x="254" y="238912"/>
                  </a:lnTo>
                  <a:lnTo>
                    <a:pt x="152" y="239445"/>
                  </a:lnTo>
                  <a:lnTo>
                    <a:pt x="25" y="240042"/>
                  </a:lnTo>
                  <a:lnTo>
                    <a:pt x="0" y="482727"/>
                  </a:lnTo>
                  <a:lnTo>
                    <a:pt x="2104974" y="482727"/>
                  </a:lnTo>
                  <a:lnTo>
                    <a:pt x="2118309" y="480034"/>
                  </a:lnTo>
                  <a:lnTo>
                    <a:pt x="2129205" y="472681"/>
                  </a:lnTo>
                  <a:lnTo>
                    <a:pt x="2136559" y="461772"/>
                  </a:lnTo>
                  <a:lnTo>
                    <a:pt x="2139251" y="448424"/>
                  </a:lnTo>
                  <a:lnTo>
                    <a:pt x="2139251" y="312978"/>
                  </a:lnTo>
                  <a:lnTo>
                    <a:pt x="2139251" y="240042"/>
                  </a:lnTo>
                  <a:lnTo>
                    <a:pt x="2139251" y="237172"/>
                  </a:lnTo>
                  <a:lnTo>
                    <a:pt x="2139251" y="205943"/>
                  </a:lnTo>
                  <a:close/>
                </a:path>
              </a:pathLst>
            </a:custGeom>
            <a:solidFill>
              <a:srgbClr val="0080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67366" y="9679623"/>
              <a:ext cx="1057275" cy="264160"/>
            </a:xfrm>
            <a:custGeom>
              <a:avLst/>
              <a:gdLst/>
              <a:ahLst/>
              <a:cxnLst/>
              <a:rect l="l" t="t" r="r" b="b"/>
              <a:pathLst>
                <a:path w="1057275" h="264159">
                  <a:moveTo>
                    <a:pt x="1056665" y="0"/>
                  </a:moveTo>
                  <a:lnTo>
                    <a:pt x="0" y="0"/>
                  </a:lnTo>
                  <a:lnTo>
                    <a:pt x="0" y="235965"/>
                  </a:lnTo>
                  <a:lnTo>
                    <a:pt x="2189" y="246776"/>
                  </a:lnTo>
                  <a:lnTo>
                    <a:pt x="8156" y="255614"/>
                  </a:lnTo>
                  <a:lnTo>
                    <a:pt x="16994" y="261578"/>
                  </a:lnTo>
                  <a:lnTo>
                    <a:pt x="27800" y="263766"/>
                  </a:lnTo>
                  <a:lnTo>
                    <a:pt x="1028865" y="263766"/>
                  </a:lnTo>
                  <a:lnTo>
                    <a:pt x="1039675" y="261578"/>
                  </a:lnTo>
                  <a:lnTo>
                    <a:pt x="1048513" y="255614"/>
                  </a:lnTo>
                  <a:lnTo>
                    <a:pt x="1054477" y="246776"/>
                  </a:lnTo>
                  <a:lnTo>
                    <a:pt x="1056665" y="235965"/>
                  </a:lnTo>
                  <a:lnTo>
                    <a:pt x="1056665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3898" y="9735109"/>
              <a:ext cx="318770" cy="153035"/>
            </a:xfrm>
            <a:custGeom>
              <a:avLst/>
              <a:gdLst/>
              <a:ahLst/>
              <a:cxnLst/>
              <a:rect l="l" t="t" r="r" b="b"/>
              <a:pathLst>
                <a:path w="318769" h="153034">
                  <a:moveTo>
                    <a:pt x="318541" y="0"/>
                  </a:moveTo>
                  <a:lnTo>
                    <a:pt x="271322" y="0"/>
                  </a:lnTo>
                  <a:lnTo>
                    <a:pt x="225488" y="116370"/>
                  </a:lnTo>
                  <a:lnTo>
                    <a:pt x="187210" y="0"/>
                  </a:lnTo>
                  <a:lnTo>
                    <a:pt x="131076" y="0"/>
                  </a:lnTo>
                  <a:lnTo>
                    <a:pt x="91655" y="116370"/>
                  </a:lnTo>
                  <a:lnTo>
                    <a:pt x="47218" y="0"/>
                  </a:lnTo>
                  <a:lnTo>
                    <a:pt x="0" y="0"/>
                  </a:lnTo>
                  <a:lnTo>
                    <a:pt x="61645" y="152806"/>
                  </a:lnTo>
                  <a:lnTo>
                    <a:pt x="123520" y="152806"/>
                  </a:lnTo>
                  <a:lnTo>
                    <a:pt x="159042" y="42837"/>
                  </a:lnTo>
                  <a:lnTo>
                    <a:pt x="192951" y="152806"/>
                  </a:lnTo>
                  <a:lnTo>
                    <a:pt x="255282" y="152806"/>
                  </a:lnTo>
                  <a:lnTo>
                    <a:pt x="318541" y="0"/>
                  </a:lnTo>
                  <a:close/>
                </a:path>
              </a:pathLst>
            </a:custGeom>
            <a:solidFill>
              <a:srgbClr val="1F21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1954" y="9735109"/>
              <a:ext cx="192481" cy="15279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9600" y="9735109"/>
              <a:ext cx="231914" cy="15279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2805" y="9735109"/>
              <a:ext cx="184696" cy="15279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97268" y="9735108"/>
              <a:ext cx="447675" cy="153035"/>
            </a:xfrm>
            <a:custGeom>
              <a:avLst/>
              <a:gdLst/>
              <a:ahLst/>
              <a:cxnLst/>
              <a:rect l="l" t="t" r="r" b="b"/>
              <a:pathLst>
                <a:path w="447675" h="153034">
                  <a:moveTo>
                    <a:pt x="18338" y="0"/>
                  </a:moveTo>
                  <a:lnTo>
                    <a:pt x="0" y="0"/>
                  </a:lnTo>
                  <a:lnTo>
                    <a:pt x="0" y="152806"/>
                  </a:lnTo>
                  <a:lnTo>
                    <a:pt x="18338" y="152806"/>
                  </a:lnTo>
                  <a:lnTo>
                    <a:pt x="18338" y="0"/>
                  </a:lnTo>
                  <a:close/>
                </a:path>
                <a:path w="447675" h="153034">
                  <a:moveTo>
                    <a:pt x="447497" y="114"/>
                  </a:moveTo>
                  <a:lnTo>
                    <a:pt x="274027" y="114"/>
                  </a:lnTo>
                  <a:lnTo>
                    <a:pt x="274027" y="15354"/>
                  </a:lnTo>
                  <a:lnTo>
                    <a:pt x="351726" y="15354"/>
                  </a:lnTo>
                  <a:lnTo>
                    <a:pt x="351726" y="152514"/>
                  </a:lnTo>
                  <a:lnTo>
                    <a:pt x="370052" y="152514"/>
                  </a:lnTo>
                  <a:lnTo>
                    <a:pt x="370052" y="15354"/>
                  </a:lnTo>
                  <a:lnTo>
                    <a:pt x="447497" y="15354"/>
                  </a:lnTo>
                  <a:lnTo>
                    <a:pt x="447497" y="114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3378" y="9733511"/>
              <a:ext cx="174358" cy="15600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2419" y="9535944"/>
              <a:ext cx="434295" cy="76225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3557" y="2727325"/>
            <a:ext cx="194147" cy="16994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3557" y="3029309"/>
            <a:ext cx="194147" cy="16994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3557" y="3329488"/>
            <a:ext cx="194147" cy="169947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2853105" y="9522155"/>
            <a:ext cx="4699635" cy="8255"/>
          </a:xfrm>
          <a:custGeom>
            <a:avLst/>
            <a:gdLst/>
            <a:ahLst/>
            <a:cxnLst/>
            <a:rect l="l" t="t" r="r" b="b"/>
            <a:pathLst>
              <a:path w="4699634" h="8254">
                <a:moveTo>
                  <a:pt x="4699622" y="0"/>
                </a:moveTo>
                <a:lnTo>
                  <a:pt x="0" y="0"/>
                </a:lnTo>
                <a:lnTo>
                  <a:pt x="0" y="7886"/>
                </a:lnTo>
                <a:lnTo>
                  <a:pt x="4699622" y="7886"/>
                </a:lnTo>
                <a:lnTo>
                  <a:pt x="4699622" y="0"/>
                </a:lnTo>
                <a:close/>
              </a:path>
            </a:pathLst>
          </a:custGeom>
          <a:solidFill>
            <a:srgbClr val="0080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3" y="9522155"/>
            <a:ext cx="271145" cy="8255"/>
          </a:xfrm>
          <a:custGeom>
            <a:avLst/>
            <a:gdLst/>
            <a:ahLst/>
            <a:cxnLst/>
            <a:rect l="l" t="t" r="r" b="b"/>
            <a:pathLst>
              <a:path w="271145" h="8254">
                <a:moveTo>
                  <a:pt x="270573" y="0"/>
                </a:moveTo>
                <a:lnTo>
                  <a:pt x="0" y="0"/>
                </a:lnTo>
                <a:lnTo>
                  <a:pt x="0" y="7886"/>
                </a:lnTo>
                <a:lnTo>
                  <a:pt x="270573" y="7886"/>
                </a:lnTo>
                <a:lnTo>
                  <a:pt x="270573" y="0"/>
                </a:lnTo>
                <a:close/>
              </a:path>
            </a:pathLst>
          </a:custGeom>
          <a:solidFill>
            <a:srgbClr val="0080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389144" y="9672680"/>
            <a:ext cx="697230" cy="363855"/>
          </a:xfrm>
          <a:custGeom>
            <a:avLst/>
            <a:gdLst/>
            <a:ahLst/>
            <a:cxnLst/>
            <a:rect l="l" t="t" r="r" b="b"/>
            <a:pathLst>
              <a:path w="697229" h="363854">
                <a:moveTo>
                  <a:pt x="101993" y="216738"/>
                </a:moveTo>
                <a:lnTo>
                  <a:pt x="0" y="216738"/>
                </a:lnTo>
                <a:lnTo>
                  <a:pt x="422" y="235123"/>
                </a:lnTo>
                <a:lnTo>
                  <a:pt x="17792" y="298810"/>
                </a:lnTo>
                <a:lnTo>
                  <a:pt x="44066" y="331007"/>
                </a:lnTo>
                <a:lnTo>
                  <a:pt x="88282" y="354703"/>
                </a:lnTo>
                <a:lnTo>
                  <a:pt x="155105" y="363347"/>
                </a:lnTo>
                <a:lnTo>
                  <a:pt x="208198" y="358902"/>
                </a:lnTo>
                <a:lnTo>
                  <a:pt x="251528" y="343696"/>
                </a:lnTo>
                <a:lnTo>
                  <a:pt x="283301" y="319723"/>
                </a:lnTo>
                <a:lnTo>
                  <a:pt x="301726" y="288975"/>
                </a:lnTo>
                <a:lnTo>
                  <a:pt x="399465" y="288975"/>
                </a:lnTo>
                <a:lnTo>
                  <a:pt x="399465" y="282600"/>
                </a:lnTo>
                <a:lnTo>
                  <a:pt x="152984" y="282600"/>
                </a:lnTo>
                <a:lnTo>
                  <a:pt x="127089" y="275597"/>
                </a:lnTo>
                <a:lnTo>
                  <a:pt x="111553" y="260027"/>
                </a:lnTo>
                <a:lnTo>
                  <a:pt x="103985" y="239278"/>
                </a:lnTo>
                <a:lnTo>
                  <a:pt x="101993" y="216738"/>
                </a:lnTo>
                <a:close/>
              </a:path>
              <a:path w="697229" h="363854">
                <a:moveTo>
                  <a:pt x="399465" y="288975"/>
                </a:moveTo>
                <a:lnTo>
                  <a:pt x="301726" y="288975"/>
                </a:lnTo>
                <a:lnTo>
                  <a:pt x="301726" y="356971"/>
                </a:lnTo>
                <a:lnTo>
                  <a:pt x="399465" y="356971"/>
                </a:lnTo>
                <a:lnTo>
                  <a:pt x="399465" y="288975"/>
                </a:lnTo>
                <a:close/>
              </a:path>
              <a:path w="697229" h="363854">
                <a:moveTo>
                  <a:pt x="480743" y="135991"/>
                </a:moveTo>
                <a:lnTo>
                  <a:pt x="399465" y="135991"/>
                </a:lnTo>
                <a:lnTo>
                  <a:pt x="454710" y="356971"/>
                </a:lnTo>
                <a:lnTo>
                  <a:pt x="541832" y="356971"/>
                </a:lnTo>
                <a:lnTo>
                  <a:pt x="578840" y="210362"/>
                </a:lnTo>
                <a:lnTo>
                  <a:pt x="499338" y="210362"/>
                </a:lnTo>
                <a:lnTo>
                  <a:pt x="480743" y="135991"/>
                </a:lnTo>
                <a:close/>
              </a:path>
              <a:path w="697229" h="363854">
                <a:moveTo>
                  <a:pt x="696950" y="138112"/>
                </a:moveTo>
                <a:lnTo>
                  <a:pt x="597077" y="138112"/>
                </a:lnTo>
                <a:lnTo>
                  <a:pt x="597077" y="356971"/>
                </a:lnTo>
                <a:lnTo>
                  <a:pt x="696950" y="356971"/>
                </a:lnTo>
                <a:lnTo>
                  <a:pt x="696950" y="138112"/>
                </a:lnTo>
                <a:close/>
              </a:path>
              <a:path w="697229" h="363854">
                <a:moveTo>
                  <a:pt x="299475" y="78625"/>
                </a:moveTo>
                <a:lnTo>
                  <a:pt x="159359" y="78625"/>
                </a:lnTo>
                <a:lnTo>
                  <a:pt x="178580" y="80914"/>
                </a:lnTo>
                <a:lnTo>
                  <a:pt x="192027" y="87385"/>
                </a:lnTo>
                <a:lnTo>
                  <a:pt x="200296" y="97442"/>
                </a:lnTo>
                <a:lnTo>
                  <a:pt x="203987" y="110490"/>
                </a:lnTo>
                <a:lnTo>
                  <a:pt x="200596" y="122313"/>
                </a:lnTo>
                <a:lnTo>
                  <a:pt x="192827" y="131745"/>
                </a:lnTo>
                <a:lnTo>
                  <a:pt x="179214" y="138112"/>
                </a:lnTo>
                <a:lnTo>
                  <a:pt x="178372" y="138112"/>
                </a:lnTo>
                <a:lnTo>
                  <a:pt x="159359" y="140246"/>
                </a:lnTo>
                <a:lnTo>
                  <a:pt x="125361" y="140246"/>
                </a:lnTo>
                <a:lnTo>
                  <a:pt x="125361" y="206121"/>
                </a:lnTo>
                <a:lnTo>
                  <a:pt x="155105" y="206121"/>
                </a:lnTo>
                <a:lnTo>
                  <a:pt x="168620" y="208145"/>
                </a:lnTo>
                <a:lnTo>
                  <a:pt x="181935" y="214350"/>
                </a:lnTo>
                <a:lnTo>
                  <a:pt x="192461" y="224937"/>
                </a:lnTo>
                <a:lnTo>
                  <a:pt x="197611" y="240106"/>
                </a:lnTo>
                <a:lnTo>
                  <a:pt x="194225" y="259299"/>
                </a:lnTo>
                <a:lnTo>
                  <a:pt x="184861" y="272511"/>
                </a:lnTo>
                <a:lnTo>
                  <a:pt x="170715" y="280145"/>
                </a:lnTo>
                <a:lnTo>
                  <a:pt x="152984" y="282600"/>
                </a:lnTo>
                <a:lnTo>
                  <a:pt x="399465" y="282600"/>
                </a:lnTo>
                <a:lnTo>
                  <a:pt x="399465" y="210362"/>
                </a:lnTo>
                <a:lnTo>
                  <a:pt x="301726" y="210362"/>
                </a:lnTo>
                <a:lnTo>
                  <a:pt x="291533" y="193927"/>
                </a:lnTo>
                <a:lnTo>
                  <a:pt x="280744" y="182473"/>
                </a:lnTo>
                <a:lnTo>
                  <a:pt x="270353" y="175401"/>
                </a:lnTo>
                <a:lnTo>
                  <a:pt x="261353" y="172110"/>
                </a:lnTo>
                <a:lnTo>
                  <a:pt x="275430" y="163614"/>
                </a:lnTo>
                <a:lnTo>
                  <a:pt x="286321" y="153522"/>
                </a:lnTo>
                <a:lnTo>
                  <a:pt x="294821" y="141036"/>
                </a:lnTo>
                <a:lnTo>
                  <a:pt x="301726" y="125361"/>
                </a:lnTo>
                <a:lnTo>
                  <a:pt x="478085" y="125361"/>
                </a:lnTo>
                <a:lnTo>
                  <a:pt x="467460" y="82867"/>
                </a:lnTo>
                <a:lnTo>
                  <a:pt x="301726" y="82867"/>
                </a:lnTo>
                <a:lnTo>
                  <a:pt x="299475" y="78625"/>
                </a:lnTo>
                <a:close/>
              </a:path>
              <a:path w="697229" h="363854">
                <a:moveTo>
                  <a:pt x="478085" y="125361"/>
                </a:moveTo>
                <a:lnTo>
                  <a:pt x="301726" y="125361"/>
                </a:lnTo>
                <a:lnTo>
                  <a:pt x="301726" y="210362"/>
                </a:lnTo>
                <a:lnTo>
                  <a:pt x="399465" y="210362"/>
                </a:lnTo>
                <a:lnTo>
                  <a:pt x="399465" y="135991"/>
                </a:lnTo>
                <a:lnTo>
                  <a:pt x="480743" y="135991"/>
                </a:lnTo>
                <a:lnTo>
                  <a:pt x="478085" y="125361"/>
                </a:lnTo>
                <a:close/>
              </a:path>
              <a:path w="697229" h="363854">
                <a:moveTo>
                  <a:pt x="696950" y="6375"/>
                </a:moveTo>
                <a:lnTo>
                  <a:pt x="548208" y="6375"/>
                </a:lnTo>
                <a:lnTo>
                  <a:pt x="499338" y="210362"/>
                </a:lnTo>
                <a:lnTo>
                  <a:pt x="578840" y="210362"/>
                </a:lnTo>
                <a:lnTo>
                  <a:pt x="597077" y="138112"/>
                </a:lnTo>
                <a:lnTo>
                  <a:pt x="696950" y="138112"/>
                </a:lnTo>
                <a:lnTo>
                  <a:pt x="696950" y="6375"/>
                </a:lnTo>
                <a:close/>
              </a:path>
              <a:path w="697229" h="363854">
                <a:moveTo>
                  <a:pt x="161480" y="0"/>
                </a:moveTo>
                <a:lnTo>
                  <a:pt x="119511" y="3026"/>
                </a:lnTo>
                <a:lnTo>
                  <a:pt x="80194" y="15537"/>
                </a:lnTo>
                <a:lnTo>
                  <a:pt x="47200" y="38858"/>
                </a:lnTo>
                <a:lnTo>
                  <a:pt x="24202" y="74317"/>
                </a:lnTo>
                <a:lnTo>
                  <a:pt x="14871" y="123240"/>
                </a:lnTo>
                <a:lnTo>
                  <a:pt x="112610" y="123240"/>
                </a:lnTo>
                <a:lnTo>
                  <a:pt x="116329" y="103721"/>
                </a:lnTo>
                <a:lnTo>
                  <a:pt x="126422" y="89779"/>
                </a:lnTo>
                <a:lnTo>
                  <a:pt x="141296" y="81414"/>
                </a:lnTo>
                <a:lnTo>
                  <a:pt x="159359" y="78625"/>
                </a:lnTo>
                <a:lnTo>
                  <a:pt x="299475" y="78625"/>
                </a:lnTo>
                <a:lnTo>
                  <a:pt x="280111" y="42133"/>
                </a:lnTo>
                <a:lnTo>
                  <a:pt x="246743" y="16735"/>
                </a:lnTo>
                <a:lnTo>
                  <a:pt x="205805" y="3686"/>
                </a:lnTo>
                <a:lnTo>
                  <a:pt x="161480" y="0"/>
                </a:lnTo>
                <a:close/>
              </a:path>
              <a:path w="697229" h="363854">
                <a:moveTo>
                  <a:pt x="448335" y="6375"/>
                </a:moveTo>
                <a:lnTo>
                  <a:pt x="301726" y="6375"/>
                </a:lnTo>
                <a:lnTo>
                  <a:pt x="301726" y="82867"/>
                </a:lnTo>
                <a:lnTo>
                  <a:pt x="467460" y="82867"/>
                </a:lnTo>
                <a:lnTo>
                  <a:pt x="448335" y="6375"/>
                </a:lnTo>
                <a:close/>
              </a:path>
            </a:pathLst>
          </a:custGeom>
          <a:solidFill>
            <a:srgbClr val="EE2B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56341" y="9672587"/>
            <a:ext cx="436016" cy="38116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25681" y="9679064"/>
            <a:ext cx="781598" cy="350596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19497" y="9717313"/>
            <a:ext cx="1066883" cy="277141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4165674" y="6764003"/>
            <a:ext cx="3060065" cy="398145"/>
            <a:chOff x="4165674" y="6764003"/>
            <a:chExt cx="3060065" cy="398145"/>
          </a:xfrm>
        </p:grpSpPr>
        <p:sp>
          <p:nvSpPr>
            <p:cNvPr id="31" name="object 31"/>
            <p:cNvSpPr/>
            <p:nvPr/>
          </p:nvSpPr>
          <p:spPr>
            <a:xfrm>
              <a:off x="4165674" y="6853689"/>
              <a:ext cx="2061210" cy="245110"/>
            </a:xfrm>
            <a:custGeom>
              <a:avLst/>
              <a:gdLst/>
              <a:ahLst/>
              <a:cxnLst/>
              <a:rect l="l" t="t" r="r" b="b"/>
              <a:pathLst>
                <a:path w="2061210" h="245109">
                  <a:moveTo>
                    <a:pt x="540664" y="0"/>
                  </a:moveTo>
                  <a:lnTo>
                    <a:pt x="30302" y="0"/>
                  </a:lnTo>
                  <a:lnTo>
                    <a:pt x="18511" y="2382"/>
                  </a:lnTo>
                  <a:lnTo>
                    <a:pt x="8878" y="8877"/>
                  </a:lnTo>
                  <a:lnTo>
                    <a:pt x="2382" y="18505"/>
                  </a:lnTo>
                  <a:lnTo>
                    <a:pt x="30" y="30137"/>
                  </a:lnTo>
                  <a:lnTo>
                    <a:pt x="0" y="244665"/>
                  </a:lnTo>
                  <a:lnTo>
                    <a:pt x="2030831" y="244665"/>
                  </a:lnTo>
                  <a:lnTo>
                    <a:pt x="2042622" y="242278"/>
                  </a:lnTo>
                  <a:lnTo>
                    <a:pt x="2052254" y="235773"/>
                  </a:lnTo>
                  <a:lnTo>
                    <a:pt x="2058751" y="226132"/>
                  </a:lnTo>
                  <a:lnTo>
                    <a:pt x="2061133" y="214337"/>
                  </a:lnTo>
                  <a:lnTo>
                    <a:pt x="2061133" y="94614"/>
                  </a:lnTo>
                  <a:lnTo>
                    <a:pt x="635317" y="94614"/>
                  </a:lnTo>
                  <a:lnTo>
                    <a:pt x="540664" y="0"/>
                  </a:lnTo>
                  <a:close/>
                </a:path>
                <a:path w="2061210" h="245109">
                  <a:moveTo>
                    <a:pt x="2061133" y="0"/>
                  </a:moveTo>
                  <a:lnTo>
                    <a:pt x="635317" y="0"/>
                  </a:lnTo>
                  <a:lnTo>
                    <a:pt x="635317" y="94614"/>
                  </a:lnTo>
                  <a:lnTo>
                    <a:pt x="2061133" y="94614"/>
                  </a:lnTo>
                  <a:lnTo>
                    <a:pt x="2061133" y="30137"/>
                  </a:lnTo>
                  <a:lnTo>
                    <a:pt x="945489" y="30137"/>
                  </a:lnTo>
                  <a:lnTo>
                    <a:pt x="945489" y="29146"/>
                  </a:lnTo>
                  <a:lnTo>
                    <a:pt x="945337" y="28651"/>
                  </a:lnTo>
                  <a:lnTo>
                    <a:pt x="945489" y="27609"/>
                  </a:lnTo>
                  <a:lnTo>
                    <a:pt x="2061133" y="27609"/>
                  </a:lnTo>
                  <a:lnTo>
                    <a:pt x="2061133" y="0"/>
                  </a:lnTo>
                  <a:close/>
                </a:path>
                <a:path w="2061210" h="245109">
                  <a:moveTo>
                    <a:pt x="2061133" y="27609"/>
                  </a:moveTo>
                  <a:lnTo>
                    <a:pt x="945489" y="27609"/>
                  </a:lnTo>
                  <a:lnTo>
                    <a:pt x="945489" y="30137"/>
                  </a:lnTo>
                  <a:lnTo>
                    <a:pt x="2061133" y="30137"/>
                  </a:lnTo>
                  <a:lnTo>
                    <a:pt x="2061133" y="27609"/>
                  </a:lnTo>
                  <a:close/>
                </a:path>
              </a:pathLst>
            </a:custGeom>
            <a:solidFill>
              <a:srgbClr val="137D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16883" y="6859436"/>
              <a:ext cx="1104265" cy="233679"/>
            </a:xfrm>
            <a:custGeom>
              <a:avLst/>
              <a:gdLst/>
              <a:ahLst/>
              <a:cxnLst/>
              <a:rect l="l" t="t" r="r" b="b"/>
              <a:pathLst>
                <a:path w="1104264" h="233679">
                  <a:moveTo>
                    <a:pt x="1104188" y="0"/>
                  </a:moveTo>
                  <a:lnTo>
                    <a:pt x="0" y="0"/>
                  </a:lnTo>
                  <a:lnTo>
                    <a:pt x="0" y="208584"/>
                  </a:lnTo>
                  <a:lnTo>
                    <a:pt x="1935" y="218141"/>
                  </a:lnTo>
                  <a:lnTo>
                    <a:pt x="7210" y="225953"/>
                  </a:lnTo>
                  <a:lnTo>
                    <a:pt x="15023" y="231225"/>
                  </a:lnTo>
                  <a:lnTo>
                    <a:pt x="24574" y="233159"/>
                  </a:lnTo>
                  <a:lnTo>
                    <a:pt x="1079614" y="233159"/>
                  </a:lnTo>
                  <a:lnTo>
                    <a:pt x="1089170" y="231225"/>
                  </a:lnTo>
                  <a:lnTo>
                    <a:pt x="1096983" y="225953"/>
                  </a:lnTo>
                  <a:lnTo>
                    <a:pt x="1102254" y="218141"/>
                  </a:lnTo>
                  <a:lnTo>
                    <a:pt x="1104188" y="208584"/>
                  </a:lnTo>
                  <a:lnTo>
                    <a:pt x="1104188" y="0"/>
                  </a:lnTo>
                  <a:close/>
                </a:path>
              </a:pathLst>
            </a:custGeom>
            <a:solidFill>
              <a:srgbClr val="FB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40347" y="6908486"/>
              <a:ext cx="281940" cy="135255"/>
            </a:xfrm>
            <a:custGeom>
              <a:avLst/>
              <a:gdLst/>
              <a:ahLst/>
              <a:cxnLst/>
              <a:rect l="l" t="t" r="r" b="b"/>
              <a:pathLst>
                <a:path w="281939" h="135254">
                  <a:moveTo>
                    <a:pt x="281571" y="0"/>
                  </a:moveTo>
                  <a:lnTo>
                    <a:pt x="239826" y="0"/>
                  </a:lnTo>
                  <a:lnTo>
                    <a:pt x="199313" y="102870"/>
                  </a:lnTo>
                  <a:lnTo>
                    <a:pt x="165481" y="0"/>
                  </a:lnTo>
                  <a:lnTo>
                    <a:pt x="115862" y="0"/>
                  </a:lnTo>
                  <a:lnTo>
                    <a:pt x="81013" y="102870"/>
                  </a:lnTo>
                  <a:lnTo>
                    <a:pt x="41732" y="0"/>
                  </a:lnTo>
                  <a:lnTo>
                    <a:pt x="0" y="0"/>
                  </a:lnTo>
                  <a:lnTo>
                    <a:pt x="54483" y="135077"/>
                  </a:lnTo>
                  <a:lnTo>
                    <a:pt x="109181" y="135077"/>
                  </a:lnTo>
                  <a:lnTo>
                    <a:pt x="140576" y="37871"/>
                  </a:lnTo>
                  <a:lnTo>
                    <a:pt x="170548" y="135077"/>
                  </a:lnTo>
                  <a:lnTo>
                    <a:pt x="225653" y="135077"/>
                  </a:lnTo>
                  <a:lnTo>
                    <a:pt x="281571" y="0"/>
                  </a:lnTo>
                  <a:close/>
                </a:path>
              </a:pathLst>
            </a:custGeom>
            <a:solidFill>
              <a:srgbClr val="1F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48005" y="6908486"/>
              <a:ext cx="170141" cy="1350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40386" y="6908486"/>
              <a:ext cx="387084" cy="13506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259376" y="6908088"/>
              <a:ext cx="395605" cy="135890"/>
            </a:xfrm>
            <a:custGeom>
              <a:avLst/>
              <a:gdLst/>
              <a:ahLst/>
              <a:cxnLst/>
              <a:rect l="l" t="t" r="r" b="b"/>
              <a:pathLst>
                <a:path w="395604" h="135890">
                  <a:moveTo>
                    <a:pt x="16205" y="393"/>
                  </a:moveTo>
                  <a:lnTo>
                    <a:pt x="0" y="393"/>
                  </a:lnTo>
                  <a:lnTo>
                    <a:pt x="0" y="135470"/>
                  </a:lnTo>
                  <a:lnTo>
                    <a:pt x="16205" y="135470"/>
                  </a:lnTo>
                  <a:lnTo>
                    <a:pt x="16205" y="393"/>
                  </a:lnTo>
                  <a:close/>
                </a:path>
                <a:path w="395604" h="135890">
                  <a:moveTo>
                    <a:pt x="395554" y="0"/>
                  </a:moveTo>
                  <a:lnTo>
                    <a:pt x="242214" y="0"/>
                  </a:lnTo>
                  <a:lnTo>
                    <a:pt x="242214" y="13970"/>
                  </a:lnTo>
                  <a:lnTo>
                    <a:pt x="310896" y="13970"/>
                  </a:lnTo>
                  <a:lnTo>
                    <a:pt x="310896" y="135890"/>
                  </a:lnTo>
                  <a:lnTo>
                    <a:pt x="327101" y="135890"/>
                  </a:lnTo>
                  <a:lnTo>
                    <a:pt x="327101" y="13970"/>
                  </a:lnTo>
                  <a:lnTo>
                    <a:pt x="395554" y="13970"/>
                  </a:lnTo>
                  <a:lnTo>
                    <a:pt x="395554" y="0"/>
                  </a:lnTo>
                  <a:close/>
                </a:path>
              </a:pathLst>
            </a:custGeom>
            <a:solidFill>
              <a:srgbClr val="FB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74695" y="6907070"/>
              <a:ext cx="154127" cy="13790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295027" y="6857372"/>
              <a:ext cx="930910" cy="243840"/>
            </a:xfrm>
            <a:custGeom>
              <a:avLst/>
              <a:gdLst/>
              <a:ahLst/>
              <a:cxnLst/>
              <a:rect l="l" t="t" r="r" b="b"/>
              <a:pathLst>
                <a:path w="930909" h="243840">
                  <a:moveTo>
                    <a:pt x="808939" y="12"/>
                  </a:moveTo>
                  <a:lnTo>
                    <a:pt x="99733" y="0"/>
                  </a:lnTo>
                  <a:lnTo>
                    <a:pt x="99313" y="7899"/>
                  </a:lnTo>
                  <a:lnTo>
                    <a:pt x="93513" y="54949"/>
                  </a:lnTo>
                  <a:lnTo>
                    <a:pt x="82818" y="99856"/>
                  </a:lnTo>
                  <a:lnTo>
                    <a:pt x="67315" y="142244"/>
                  </a:lnTo>
                  <a:lnTo>
                    <a:pt x="47091" y="181736"/>
                  </a:lnTo>
                  <a:lnTo>
                    <a:pt x="25331" y="213983"/>
                  </a:lnTo>
                  <a:lnTo>
                    <a:pt x="0" y="243420"/>
                  </a:lnTo>
                  <a:lnTo>
                    <a:pt x="808939" y="243420"/>
                  </a:lnTo>
                  <a:lnTo>
                    <a:pt x="856309" y="233855"/>
                  </a:lnTo>
                  <a:lnTo>
                    <a:pt x="894994" y="207771"/>
                  </a:lnTo>
                  <a:lnTo>
                    <a:pt x="921078" y="169086"/>
                  </a:lnTo>
                  <a:lnTo>
                    <a:pt x="930643" y="121716"/>
                  </a:lnTo>
                  <a:lnTo>
                    <a:pt x="921080" y="74346"/>
                  </a:lnTo>
                  <a:lnTo>
                    <a:pt x="894999" y="35661"/>
                  </a:lnTo>
                  <a:lnTo>
                    <a:pt x="856314" y="9577"/>
                  </a:lnTo>
                  <a:lnTo>
                    <a:pt x="808939" y="12"/>
                  </a:lnTo>
                  <a:close/>
                </a:path>
              </a:pathLst>
            </a:custGeom>
            <a:solidFill>
              <a:srgbClr val="137D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58894" y="6790300"/>
              <a:ext cx="338455" cy="358775"/>
            </a:xfrm>
            <a:custGeom>
              <a:avLst/>
              <a:gdLst/>
              <a:ahLst/>
              <a:cxnLst/>
              <a:rect l="l" t="t" r="r" b="b"/>
              <a:pathLst>
                <a:path w="338454" h="358775">
                  <a:moveTo>
                    <a:pt x="169113" y="0"/>
                  </a:moveTo>
                  <a:lnTo>
                    <a:pt x="0" y="74244"/>
                  </a:lnTo>
                  <a:lnTo>
                    <a:pt x="6689" y="125671"/>
                  </a:lnTo>
                  <a:lnTo>
                    <a:pt x="19406" y="174363"/>
                  </a:lnTo>
                  <a:lnTo>
                    <a:pt x="38027" y="219801"/>
                  </a:lnTo>
                  <a:lnTo>
                    <a:pt x="62430" y="261466"/>
                  </a:lnTo>
                  <a:lnTo>
                    <a:pt x="92494" y="298839"/>
                  </a:lnTo>
                  <a:lnTo>
                    <a:pt x="128095" y="331402"/>
                  </a:lnTo>
                  <a:lnTo>
                    <a:pt x="169113" y="358635"/>
                  </a:lnTo>
                  <a:lnTo>
                    <a:pt x="210130" y="331402"/>
                  </a:lnTo>
                  <a:lnTo>
                    <a:pt x="245731" y="298839"/>
                  </a:lnTo>
                  <a:lnTo>
                    <a:pt x="275795" y="261466"/>
                  </a:lnTo>
                  <a:lnTo>
                    <a:pt x="300198" y="219801"/>
                  </a:lnTo>
                  <a:lnTo>
                    <a:pt x="318819" y="174363"/>
                  </a:lnTo>
                  <a:lnTo>
                    <a:pt x="331536" y="125671"/>
                  </a:lnTo>
                  <a:lnTo>
                    <a:pt x="338226" y="74244"/>
                  </a:lnTo>
                  <a:lnTo>
                    <a:pt x="169113" y="0"/>
                  </a:lnTo>
                  <a:close/>
                </a:path>
              </a:pathLst>
            </a:custGeom>
            <a:solidFill>
              <a:srgbClr val="FDFD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34701" y="6881398"/>
              <a:ext cx="202044" cy="15703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047130" y="6764007"/>
              <a:ext cx="1091565" cy="398145"/>
            </a:xfrm>
            <a:custGeom>
              <a:avLst/>
              <a:gdLst/>
              <a:ahLst/>
              <a:cxnLst/>
              <a:rect l="l" t="t" r="r" b="b"/>
              <a:pathLst>
                <a:path w="1091565" h="398145">
                  <a:moveTo>
                    <a:pt x="361734" y="93433"/>
                  </a:moveTo>
                  <a:lnTo>
                    <a:pt x="338162" y="83083"/>
                  </a:lnTo>
                  <a:lnTo>
                    <a:pt x="338162" y="107607"/>
                  </a:lnTo>
                  <a:lnTo>
                    <a:pt x="332270" y="149834"/>
                  </a:lnTo>
                  <a:lnTo>
                    <a:pt x="322160" y="190119"/>
                  </a:lnTo>
                  <a:lnTo>
                    <a:pt x="307936" y="228180"/>
                  </a:lnTo>
                  <a:lnTo>
                    <a:pt x="289636" y="263677"/>
                  </a:lnTo>
                  <a:lnTo>
                    <a:pt x="267970" y="295541"/>
                  </a:lnTo>
                  <a:lnTo>
                    <a:pt x="242582" y="324408"/>
                  </a:lnTo>
                  <a:lnTo>
                    <a:pt x="213525" y="349999"/>
                  </a:lnTo>
                  <a:lnTo>
                    <a:pt x="180873" y="372021"/>
                  </a:lnTo>
                  <a:lnTo>
                    <a:pt x="148221" y="349999"/>
                  </a:lnTo>
                  <a:lnTo>
                    <a:pt x="119164" y="324408"/>
                  </a:lnTo>
                  <a:lnTo>
                    <a:pt x="93764" y="295541"/>
                  </a:lnTo>
                  <a:lnTo>
                    <a:pt x="72097" y="263677"/>
                  </a:lnTo>
                  <a:lnTo>
                    <a:pt x="53809" y="228180"/>
                  </a:lnTo>
                  <a:lnTo>
                    <a:pt x="39573" y="190119"/>
                  </a:lnTo>
                  <a:lnTo>
                    <a:pt x="29476" y="149834"/>
                  </a:lnTo>
                  <a:lnTo>
                    <a:pt x="23571" y="107607"/>
                  </a:lnTo>
                  <a:lnTo>
                    <a:pt x="180873" y="38557"/>
                  </a:lnTo>
                  <a:lnTo>
                    <a:pt x="338162" y="107607"/>
                  </a:lnTo>
                  <a:lnTo>
                    <a:pt x="338162" y="83083"/>
                  </a:lnTo>
                  <a:lnTo>
                    <a:pt x="236766" y="38557"/>
                  </a:lnTo>
                  <a:lnTo>
                    <a:pt x="180873" y="14046"/>
                  </a:lnTo>
                  <a:lnTo>
                    <a:pt x="0" y="93433"/>
                  </a:lnTo>
                  <a:lnTo>
                    <a:pt x="6337" y="148323"/>
                  </a:lnTo>
                  <a:lnTo>
                    <a:pt x="17030" y="193230"/>
                  </a:lnTo>
                  <a:lnTo>
                    <a:pt x="32537" y="235623"/>
                  </a:lnTo>
                  <a:lnTo>
                    <a:pt x="52755" y="275107"/>
                  </a:lnTo>
                  <a:lnTo>
                    <a:pt x="77000" y="310565"/>
                  </a:lnTo>
                  <a:lnTo>
                    <a:pt x="105575" y="342557"/>
                  </a:lnTo>
                  <a:lnTo>
                    <a:pt x="138404" y="370738"/>
                  </a:lnTo>
                  <a:lnTo>
                    <a:pt x="175412" y="394741"/>
                  </a:lnTo>
                  <a:lnTo>
                    <a:pt x="180873" y="397789"/>
                  </a:lnTo>
                  <a:lnTo>
                    <a:pt x="186321" y="394741"/>
                  </a:lnTo>
                  <a:lnTo>
                    <a:pt x="221335" y="372021"/>
                  </a:lnTo>
                  <a:lnTo>
                    <a:pt x="223329" y="370738"/>
                  </a:lnTo>
                  <a:lnTo>
                    <a:pt x="256159" y="342557"/>
                  </a:lnTo>
                  <a:lnTo>
                    <a:pt x="284734" y="310565"/>
                  </a:lnTo>
                  <a:lnTo>
                    <a:pt x="308978" y="275107"/>
                  </a:lnTo>
                  <a:lnTo>
                    <a:pt x="329196" y="235623"/>
                  </a:lnTo>
                  <a:lnTo>
                    <a:pt x="344703" y="193230"/>
                  </a:lnTo>
                  <a:lnTo>
                    <a:pt x="355396" y="148323"/>
                  </a:lnTo>
                  <a:lnTo>
                    <a:pt x="361188" y="101282"/>
                  </a:lnTo>
                  <a:lnTo>
                    <a:pt x="361734" y="93433"/>
                  </a:lnTo>
                  <a:close/>
                </a:path>
                <a:path w="1091565" h="398145">
                  <a:moveTo>
                    <a:pt x="460679" y="24003"/>
                  </a:moveTo>
                  <a:lnTo>
                    <a:pt x="436689" y="22301"/>
                  </a:lnTo>
                  <a:lnTo>
                    <a:pt x="427647" y="0"/>
                  </a:lnTo>
                  <a:lnTo>
                    <a:pt x="418617" y="22301"/>
                  </a:lnTo>
                  <a:lnTo>
                    <a:pt x="394614" y="24003"/>
                  </a:lnTo>
                  <a:lnTo>
                    <a:pt x="413029" y="39471"/>
                  </a:lnTo>
                  <a:lnTo>
                    <a:pt x="407225" y="62826"/>
                  </a:lnTo>
                  <a:lnTo>
                    <a:pt x="427634" y="50101"/>
                  </a:lnTo>
                  <a:lnTo>
                    <a:pt x="448068" y="62826"/>
                  </a:lnTo>
                  <a:lnTo>
                    <a:pt x="442252" y="39484"/>
                  </a:lnTo>
                  <a:lnTo>
                    <a:pt x="460679" y="24003"/>
                  </a:lnTo>
                  <a:close/>
                </a:path>
                <a:path w="1091565" h="398145">
                  <a:moveTo>
                    <a:pt x="618388" y="24130"/>
                  </a:moveTo>
                  <a:lnTo>
                    <a:pt x="594728" y="22453"/>
                  </a:lnTo>
                  <a:lnTo>
                    <a:pt x="585812" y="457"/>
                  </a:lnTo>
                  <a:lnTo>
                    <a:pt x="576910" y="22453"/>
                  </a:lnTo>
                  <a:lnTo>
                    <a:pt x="553224" y="24130"/>
                  </a:lnTo>
                  <a:lnTo>
                    <a:pt x="571398" y="39395"/>
                  </a:lnTo>
                  <a:lnTo>
                    <a:pt x="565670" y="62433"/>
                  </a:lnTo>
                  <a:lnTo>
                    <a:pt x="585800" y="49872"/>
                  </a:lnTo>
                  <a:lnTo>
                    <a:pt x="605942" y="62433"/>
                  </a:lnTo>
                  <a:lnTo>
                    <a:pt x="600214" y="39408"/>
                  </a:lnTo>
                  <a:lnTo>
                    <a:pt x="618388" y="24130"/>
                  </a:lnTo>
                  <a:close/>
                </a:path>
                <a:path w="1091565" h="398145">
                  <a:moveTo>
                    <a:pt x="776109" y="24269"/>
                  </a:moveTo>
                  <a:lnTo>
                    <a:pt x="752767" y="22618"/>
                  </a:lnTo>
                  <a:lnTo>
                    <a:pt x="743978" y="952"/>
                  </a:lnTo>
                  <a:lnTo>
                    <a:pt x="735203" y="22618"/>
                  </a:lnTo>
                  <a:lnTo>
                    <a:pt x="711860" y="24269"/>
                  </a:lnTo>
                  <a:lnTo>
                    <a:pt x="729767" y="39319"/>
                  </a:lnTo>
                  <a:lnTo>
                    <a:pt x="724128" y="62026"/>
                  </a:lnTo>
                  <a:lnTo>
                    <a:pt x="743978" y="49644"/>
                  </a:lnTo>
                  <a:lnTo>
                    <a:pt x="763841" y="62026"/>
                  </a:lnTo>
                  <a:lnTo>
                    <a:pt x="758190" y="39319"/>
                  </a:lnTo>
                  <a:lnTo>
                    <a:pt x="776109" y="24269"/>
                  </a:lnTo>
                  <a:close/>
                </a:path>
                <a:path w="1091565" h="398145">
                  <a:moveTo>
                    <a:pt x="933818" y="24396"/>
                  </a:moveTo>
                  <a:lnTo>
                    <a:pt x="910805" y="22783"/>
                  </a:lnTo>
                  <a:lnTo>
                    <a:pt x="902144" y="1422"/>
                  </a:lnTo>
                  <a:lnTo>
                    <a:pt x="893508" y="22771"/>
                  </a:lnTo>
                  <a:lnTo>
                    <a:pt x="870483" y="24396"/>
                  </a:lnTo>
                  <a:lnTo>
                    <a:pt x="888136" y="39243"/>
                  </a:lnTo>
                  <a:lnTo>
                    <a:pt x="882586" y="61633"/>
                  </a:lnTo>
                  <a:lnTo>
                    <a:pt x="902144" y="49428"/>
                  </a:lnTo>
                  <a:lnTo>
                    <a:pt x="921727" y="61633"/>
                  </a:lnTo>
                  <a:lnTo>
                    <a:pt x="916152" y="39243"/>
                  </a:lnTo>
                  <a:lnTo>
                    <a:pt x="933818" y="24396"/>
                  </a:lnTo>
                  <a:close/>
                </a:path>
                <a:path w="1091565" h="398145">
                  <a:moveTo>
                    <a:pt x="1091526" y="24536"/>
                  </a:moveTo>
                  <a:lnTo>
                    <a:pt x="1068857" y="22936"/>
                  </a:lnTo>
                  <a:lnTo>
                    <a:pt x="1060310" y="1866"/>
                  </a:lnTo>
                  <a:lnTo>
                    <a:pt x="1051788" y="22923"/>
                  </a:lnTo>
                  <a:lnTo>
                    <a:pt x="1029093" y="24536"/>
                  </a:lnTo>
                  <a:lnTo>
                    <a:pt x="1046505" y="39166"/>
                  </a:lnTo>
                  <a:lnTo>
                    <a:pt x="1041019" y="61239"/>
                  </a:lnTo>
                  <a:lnTo>
                    <a:pt x="1060297" y="49212"/>
                  </a:lnTo>
                  <a:lnTo>
                    <a:pt x="1079614" y="61239"/>
                  </a:lnTo>
                  <a:lnTo>
                    <a:pt x="1074115" y="39179"/>
                  </a:lnTo>
                  <a:lnTo>
                    <a:pt x="1091526" y="24536"/>
                  </a:lnTo>
                  <a:close/>
                </a:path>
              </a:pathLst>
            </a:custGeom>
            <a:solidFill>
              <a:srgbClr val="137D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683273" y="6890168"/>
              <a:ext cx="470534" cy="176530"/>
            </a:xfrm>
            <a:custGeom>
              <a:avLst/>
              <a:gdLst/>
              <a:ahLst/>
              <a:cxnLst/>
              <a:rect l="l" t="t" r="r" b="b"/>
              <a:pathLst>
                <a:path w="470534" h="176529">
                  <a:moveTo>
                    <a:pt x="51409" y="139484"/>
                  </a:moveTo>
                  <a:lnTo>
                    <a:pt x="45021" y="139484"/>
                  </a:lnTo>
                  <a:lnTo>
                    <a:pt x="37426" y="168948"/>
                  </a:lnTo>
                  <a:lnTo>
                    <a:pt x="32118" y="148323"/>
                  </a:lnTo>
                  <a:lnTo>
                    <a:pt x="29832" y="139484"/>
                  </a:lnTo>
                  <a:lnTo>
                    <a:pt x="23139" y="139484"/>
                  </a:lnTo>
                  <a:lnTo>
                    <a:pt x="15011" y="168948"/>
                  </a:lnTo>
                  <a:lnTo>
                    <a:pt x="14973" y="169100"/>
                  </a:lnTo>
                  <a:lnTo>
                    <a:pt x="7442" y="139484"/>
                  </a:lnTo>
                  <a:lnTo>
                    <a:pt x="1117" y="139484"/>
                  </a:lnTo>
                  <a:lnTo>
                    <a:pt x="11417" y="175907"/>
                  </a:lnTo>
                  <a:lnTo>
                    <a:pt x="18097" y="175907"/>
                  </a:lnTo>
                  <a:lnTo>
                    <a:pt x="20104" y="169100"/>
                  </a:lnTo>
                  <a:lnTo>
                    <a:pt x="26225" y="148323"/>
                  </a:lnTo>
                  <a:lnTo>
                    <a:pt x="33883" y="175907"/>
                  </a:lnTo>
                  <a:lnTo>
                    <a:pt x="40601" y="175907"/>
                  </a:lnTo>
                  <a:lnTo>
                    <a:pt x="42621" y="169100"/>
                  </a:lnTo>
                  <a:lnTo>
                    <a:pt x="42672" y="168948"/>
                  </a:lnTo>
                  <a:lnTo>
                    <a:pt x="51409" y="139484"/>
                  </a:lnTo>
                  <a:close/>
                </a:path>
                <a:path w="470534" h="176529">
                  <a:moveTo>
                    <a:pt x="97548" y="1511"/>
                  </a:moveTo>
                  <a:lnTo>
                    <a:pt x="69049" y="1511"/>
                  </a:lnTo>
                  <a:lnTo>
                    <a:pt x="48996" y="45173"/>
                  </a:lnTo>
                  <a:lnTo>
                    <a:pt x="28803" y="1511"/>
                  </a:lnTo>
                  <a:lnTo>
                    <a:pt x="0" y="1511"/>
                  </a:lnTo>
                  <a:lnTo>
                    <a:pt x="36080" y="71297"/>
                  </a:lnTo>
                  <a:lnTo>
                    <a:pt x="36080" y="105752"/>
                  </a:lnTo>
                  <a:lnTo>
                    <a:pt x="61468" y="105752"/>
                  </a:lnTo>
                  <a:lnTo>
                    <a:pt x="61468" y="71297"/>
                  </a:lnTo>
                  <a:lnTo>
                    <a:pt x="74980" y="45173"/>
                  </a:lnTo>
                  <a:lnTo>
                    <a:pt x="97548" y="1511"/>
                  </a:lnTo>
                  <a:close/>
                </a:path>
                <a:path w="470534" h="176529">
                  <a:moveTo>
                    <a:pt x="112941" y="175856"/>
                  </a:moveTo>
                  <a:lnTo>
                    <a:pt x="110286" y="168427"/>
                  </a:lnTo>
                  <a:lnTo>
                    <a:pt x="108546" y="163563"/>
                  </a:lnTo>
                  <a:lnTo>
                    <a:pt x="102489" y="146646"/>
                  </a:lnTo>
                  <a:lnTo>
                    <a:pt x="102362" y="146304"/>
                  </a:lnTo>
                  <a:lnTo>
                    <a:pt x="102362" y="163563"/>
                  </a:lnTo>
                  <a:lnTo>
                    <a:pt x="90474" y="163563"/>
                  </a:lnTo>
                  <a:lnTo>
                    <a:pt x="96443" y="146646"/>
                  </a:lnTo>
                  <a:lnTo>
                    <a:pt x="102362" y="163563"/>
                  </a:lnTo>
                  <a:lnTo>
                    <a:pt x="102362" y="146304"/>
                  </a:lnTo>
                  <a:lnTo>
                    <a:pt x="99910" y="139433"/>
                  </a:lnTo>
                  <a:lnTo>
                    <a:pt x="93002" y="139433"/>
                  </a:lnTo>
                  <a:lnTo>
                    <a:pt x="79971" y="175856"/>
                  </a:lnTo>
                  <a:lnTo>
                    <a:pt x="86194" y="175856"/>
                  </a:lnTo>
                  <a:lnTo>
                    <a:pt x="88811" y="168427"/>
                  </a:lnTo>
                  <a:lnTo>
                    <a:pt x="104051" y="168427"/>
                  </a:lnTo>
                  <a:lnTo>
                    <a:pt x="106667" y="175856"/>
                  </a:lnTo>
                  <a:lnTo>
                    <a:pt x="112941" y="175856"/>
                  </a:lnTo>
                  <a:close/>
                </a:path>
                <a:path w="470534" h="176529">
                  <a:moveTo>
                    <a:pt x="170383" y="175856"/>
                  </a:moveTo>
                  <a:lnTo>
                    <a:pt x="161683" y="161302"/>
                  </a:lnTo>
                  <a:lnTo>
                    <a:pt x="161378" y="160794"/>
                  </a:lnTo>
                  <a:lnTo>
                    <a:pt x="164223" y="160096"/>
                  </a:lnTo>
                  <a:lnTo>
                    <a:pt x="166344" y="158775"/>
                  </a:lnTo>
                  <a:lnTo>
                    <a:pt x="167932" y="156552"/>
                  </a:lnTo>
                  <a:lnTo>
                    <a:pt x="169113" y="154889"/>
                  </a:lnTo>
                  <a:lnTo>
                    <a:pt x="169799" y="152742"/>
                  </a:lnTo>
                  <a:lnTo>
                    <a:pt x="169799" y="148348"/>
                  </a:lnTo>
                  <a:lnTo>
                    <a:pt x="169329" y="146519"/>
                  </a:lnTo>
                  <a:lnTo>
                    <a:pt x="168059" y="144360"/>
                  </a:lnTo>
                  <a:lnTo>
                    <a:pt x="167398" y="143230"/>
                  </a:lnTo>
                  <a:lnTo>
                    <a:pt x="165950" y="141935"/>
                  </a:lnTo>
                  <a:lnTo>
                    <a:pt x="163677" y="140792"/>
                  </a:lnTo>
                  <a:lnTo>
                    <a:pt x="163677" y="152247"/>
                  </a:lnTo>
                  <a:lnTo>
                    <a:pt x="163106" y="153758"/>
                  </a:lnTo>
                  <a:lnTo>
                    <a:pt x="160845" y="155981"/>
                  </a:lnTo>
                  <a:lnTo>
                    <a:pt x="159156" y="156552"/>
                  </a:lnTo>
                  <a:lnTo>
                    <a:pt x="150329" y="156552"/>
                  </a:lnTo>
                  <a:lnTo>
                    <a:pt x="150329" y="144360"/>
                  </a:lnTo>
                  <a:lnTo>
                    <a:pt x="159181" y="144360"/>
                  </a:lnTo>
                  <a:lnTo>
                    <a:pt x="160883" y="144881"/>
                  </a:lnTo>
                  <a:lnTo>
                    <a:pt x="163118" y="147015"/>
                  </a:lnTo>
                  <a:lnTo>
                    <a:pt x="163626" y="148348"/>
                  </a:lnTo>
                  <a:lnTo>
                    <a:pt x="163677" y="152247"/>
                  </a:lnTo>
                  <a:lnTo>
                    <a:pt x="163677" y="140792"/>
                  </a:lnTo>
                  <a:lnTo>
                    <a:pt x="162077" y="139966"/>
                  </a:lnTo>
                  <a:lnTo>
                    <a:pt x="159715" y="139484"/>
                  </a:lnTo>
                  <a:lnTo>
                    <a:pt x="144360" y="139484"/>
                  </a:lnTo>
                  <a:lnTo>
                    <a:pt x="144360" y="175856"/>
                  </a:lnTo>
                  <a:lnTo>
                    <a:pt x="150329" y="175856"/>
                  </a:lnTo>
                  <a:lnTo>
                    <a:pt x="150329" y="161302"/>
                  </a:lnTo>
                  <a:lnTo>
                    <a:pt x="154889" y="161302"/>
                  </a:lnTo>
                  <a:lnTo>
                    <a:pt x="163258" y="175856"/>
                  </a:lnTo>
                  <a:lnTo>
                    <a:pt x="170383" y="175856"/>
                  </a:lnTo>
                  <a:close/>
                </a:path>
                <a:path w="470534" h="176529">
                  <a:moveTo>
                    <a:pt x="171653" y="1498"/>
                  </a:moveTo>
                  <a:lnTo>
                    <a:pt x="107797" y="1498"/>
                  </a:lnTo>
                  <a:lnTo>
                    <a:pt x="107797" y="105740"/>
                  </a:lnTo>
                  <a:lnTo>
                    <a:pt x="171653" y="105740"/>
                  </a:lnTo>
                  <a:lnTo>
                    <a:pt x="171653" y="85394"/>
                  </a:lnTo>
                  <a:lnTo>
                    <a:pt x="133197" y="85394"/>
                  </a:lnTo>
                  <a:lnTo>
                    <a:pt x="133197" y="62534"/>
                  </a:lnTo>
                  <a:lnTo>
                    <a:pt x="167195" y="62534"/>
                  </a:lnTo>
                  <a:lnTo>
                    <a:pt x="167195" y="42938"/>
                  </a:lnTo>
                  <a:lnTo>
                    <a:pt x="133197" y="42938"/>
                  </a:lnTo>
                  <a:lnTo>
                    <a:pt x="133197" y="21856"/>
                  </a:lnTo>
                  <a:lnTo>
                    <a:pt x="171653" y="21856"/>
                  </a:lnTo>
                  <a:lnTo>
                    <a:pt x="171653" y="1498"/>
                  </a:lnTo>
                  <a:close/>
                </a:path>
                <a:path w="470534" h="176529">
                  <a:moveTo>
                    <a:pt x="229247" y="175856"/>
                  </a:moveTo>
                  <a:lnTo>
                    <a:pt x="220548" y="161302"/>
                  </a:lnTo>
                  <a:lnTo>
                    <a:pt x="220243" y="160794"/>
                  </a:lnTo>
                  <a:lnTo>
                    <a:pt x="223088" y="160096"/>
                  </a:lnTo>
                  <a:lnTo>
                    <a:pt x="225209" y="158775"/>
                  </a:lnTo>
                  <a:lnTo>
                    <a:pt x="226796" y="156552"/>
                  </a:lnTo>
                  <a:lnTo>
                    <a:pt x="227977" y="154889"/>
                  </a:lnTo>
                  <a:lnTo>
                    <a:pt x="228663" y="152742"/>
                  </a:lnTo>
                  <a:lnTo>
                    <a:pt x="228663" y="148348"/>
                  </a:lnTo>
                  <a:lnTo>
                    <a:pt x="222542" y="140792"/>
                  </a:lnTo>
                  <a:lnTo>
                    <a:pt x="222542" y="152247"/>
                  </a:lnTo>
                  <a:lnTo>
                    <a:pt x="221970" y="153758"/>
                  </a:lnTo>
                  <a:lnTo>
                    <a:pt x="219697" y="155981"/>
                  </a:lnTo>
                  <a:lnTo>
                    <a:pt x="218020" y="156552"/>
                  </a:lnTo>
                  <a:lnTo>
                    <a:pt x="209194" y="156552"/>
                  </a:lnTo>
                  <a:lnTo>
                    <a:pt x="209194" y="144360"/>
                  </a:lnTo>
                  <a:lnTo>
                    <a:pt x="218046" y="144360"/>
                  </a:lnTo>
                  <a:lnTo>
                    <a:pt x="219748" y="144881"/>
                  </a:lnTo>
                  <a:lnTo>
                    <a:pt x="221983" y="147015"/>
                  </a:lnTo>
                  <a:lnTo>
                    <a:pt x="222491" y="148348"/>
                  </a:lnTo>
                  <a:lnTo>
                    <a:pt x="222542" y="152247"/>
                  </a:lnTo>
                  <a:lnTo>
                    <a:pt x="222542" y="140792"/>
                  </a:lnTo>
                  <a:lnTo>
                    <a:pt x="220941" y="139966"/>
                  </a:lnTo>
                  <a:lnTo>
                    <a:pt x="218579" y="139484"/>
                  </a:lnTo>
                  <a:lnTo>
                    <a:pt x="203225" y="139484"/>
                  </a:lnTo>
                  <a:lnTo>
                    <a:pt x="203225" y="175856"/>
                  </a:lnTo>
                  <a:lnTo>
                    <a:pt x="209194" y="175856"/>
                  </a:lnTo>
                  <a:lnTo>
                    <a:pt x="209194" y="161302"/>
                  </a:lnTo>
                  <a:lnTo>
                    <a:pt x="213741" y="161302"/>
                  </a:lnTo>
                  <a:lnTo>
                    <a:pt x="222123" y="175856"/>
                  </a:lnTo>
                  <a:lnTo>
                    <a:pt x="229247" y="175856"/>
                  </a:lnTo>
                  <a:close/>
                </a:path>
                <a:path w="470534" h="176529">
                  <a:moveTo>
                    <a:pt x="286156" y="105740"/>
                  </a:moveTo>
                  <a:lnTo>
                    <a:pt x="279501" y="87337"/>
                  </a:lnTo>
                  <a:lnTo>
                    <a:pt x="272402" y="67729"/>
                  </a:lnTo>
                  <a:lnTo>
                    <a:pt x="258597" y="29565"/>
                  </a:lnTo>
                  <a:lnTo>
                    <a:pt x="248437" y="1498"/>
                  </a:lnTo>
                  <a:lnTo>
                    <a:pt x="246494" y="1498"/>
                  </a:lnTo>
                  <a:lnTo>
                    <a:pt x="246494" y="67729"/>
                  </a:lnTo>
                  <a:lnTo>
                    <a:pt x="220802" y="67729"/>
                  </a:lnTo>
                  <a:lnTo>
                    <a:pt x="233578" y="29565"/>
                  </a:lnTo>
                  <a:lnTo>
                    <a:pt x="246494" y="67729"/>
                  </a:lnTo>
                  <a:lnTo>
                    <a:pt x="246494" y="1498"/>
                  </a:lnTo>
                  <a:lnTo>
                    <a:pt x="219024" y="1498"/>
                  </a:lnTo>
                  <a:lnTo>
                    <a:pt x="181317" y="105740"/>
                  </a:lnTo>
                  <a:lnTo>
                    <a:pt x="207899" y="105740"/>
                  </a:lnTo>
                  <a:lnTo>
                    <a:pt x="214134" y="87337"/>
                  </a:lnTo>
                  <a:lnTo>
                    <a:pt x="253034" y="87337"/>
                  </a:lnTo>
                  <a:lnTo>
                    <a:pt x="259270" y="105740"/>
                  </a:lnTo>
                  <a:lnTo>
                    <a:pt x="286156" y="105740"/>
                  </a:lnTo>
                  <a:close/>
                </a:path>
                <a:path w="470534" h="176529">
                  <a:moveTo>
                    <a:pt x="292912" y="175856"/>
                  </a:moveTo>
                  <a:lnTo>
                    <a:pt x="290258" y="168427"/>
                  </a:lnTo>
                  <a:lnTo>
                    <a:pt x="288518" y="163563"/>
                  </a:lnTo>
                  <a:lnTo>
                    <a:pt x="282460" y="146646"/>
                  </a:lnTo>
                  <a:lnTo>
                    <a:pt x="282333" y="146304"/>
                  </a:lnTo>
                  <a:lnTo>
                    <a:pt x="282333" y="163563"/>
                  </a:lnTo>
                  <a:lnTo>
                    <a:pt x="270459" y="163563"/>
                  </a:lnTo>
                  <a:lnTo>
                    <a:pt x="276428" y="146646"/>
                  </a:lnTo>
                  <a:lnTo>
                    <a:pt x="282333" y="163563"/>
                  </a:lnTo>
                  <a:lnTo>
                    <a:pt x="282333" y="146304"/>
                  </a:lnTo>
                  <a:lnTo>
                    <a:pt x="279882" y="139433"/>
                  </a:lnTo>
                  <a:lnTo>
                    <a:pt x="272973" y="139433"/>
                  </a:lnTo>
                  <a:lnTo>
                    <a:pt x="259943" y="175856"/>
                  </a:lnTo>
                  <a:lnTo>
                    <a:pt x="266166" y="175856"/>
                  </a:lnTo>
                  <a:lnTo>
                    <a:pt x="268782" y="168427"/>
                  </a:lnTo>
                  <a:lnTo>
                    <a:pt x="284022" y="168427"/>
                  </a:lnTo>
                  <a:lnTo>
                    <a:pt x="286639" y="175856"/>
                  </a:lnTo>
                  <a:lnTo>
                    <a:pt x="292912" y="175856"/>
                  </a:lnTo>
                  <a:close/>
                </a:path>
                <a:path w="470534" h="176529">
                  <a:moveTo>
                    <a:pt x="354228" y="139433"/>
                  </a:moveTo>
                  <a:lnTo>
                    <a:pt x="348259" y="139433"/>
                  </a:lnTo>
                  <a:lnTo>
                    <a:pt x="348259" y="166535"/>
                  </a:lnTo>
                  <a:lnTo>
                    <a:pt x="336448" y="148691"/>
                  </a:lnTo>
                  <a:lnTo>
                    <a:pt x="330314" y="139433"/>
                  </a:lnTo>
                  <a:lnTo>
                    <a:pt x="324345" y="139433"/>
                  </a:lnTo>
                  <a:lnTo>
                    <a:pt x="324345" y="175856"/>
                  </a:lnTo>
                  <a:lnTo>
                    <a:pt x="330314" y="175856"/>
                  </a:lnTo>
                  <a:lnTo>
                    <a:pt x="330314" y="148691"/>
                  </a:lnTo>
                  <a:lnTo>
                    <a:pt x="348259" y="175856"/>
                  </a:lnTo>
                  <a:lnTo>
                    <a:pt x="354228" y="175856"/>
                  </a:lnTo>
                  <a:lnTo>
                    <a:pt x="354228" y="166535"/>
                  </a:lnTo>
                  <a:lnTo>
                    <a:pt x="354228" y="139433"/>
                  </a:lnTo>
                  <a:close/>
                </a:path>
                <a:path w="470534" h="176529">
                  <a:moveTo>
                    <a:pt x="379399" y="105752"/>
                  </a:moveTo>
                  <a:lnTo>
                    <a:pt x="356463" y="66395"/>
                  </a:lnTo>
                  <a:lnTo>
                    <a:pt x="355333" y="64465"/>
                  </a:lnTo>
                  <a:lnTo>
                    <a:pt x="362966" y="62191"/>
                  </a:lnTo>
                  <a:lnTo>
                    <a:pt x="368731" y="58331"/>
                  </a:lnTo>
                  <a:lnTo>
                    <a:pt x="375856" y="48425"/>
                  </a:lnTo>
                  <a:lnTo>
                    <a:pt x="376555" y="47447"/>
                  </a:lnTo>
                  <a:lnTo>
                    <a:pt x="378510" y="41249"/>
                  </a:lnTo>
                  <a:lnTo>
                    <a:pt x="378510" y="28270"/>
                  </a:lnTo>
                  <a:lnTo>
                    <a:pt x="352666" y="2387"/>
                  </a:lnTo>
                  <a:lnTo>
                    <a:pt x="352666" y="31394"/>
                  </a:lnTo>
                  <a:lnTo>
                    <a:pt x="352666" y="39509"/>
                  </a:lnTo>
                  <a:lnTo>
                    <a:pt x="351510" y="42735"/>
                  </a:lnTo>
                  <a:lnTo>
                    <a:pt x="346849" y="47282"/>
                  </a:lnTo>
                  <a:lnTo>
                    <a:pt x="343357" y="48425"/>
                  </a:lnTo>
                  <a:lnTo>
                    <a:pt x="322973" y="48425"/>
                  </a:lnTo>
                  <a:lnTo>
                    <a:pt x="322973" y="22618"/>
                  </a:lnTo>
                  <a:lnTo>
                    <a:pt x="343471" y="22618"/>
                  </a:lnTo>
                  <a:lnTo>
                    <a:pt x="346849" y="23723"/>
                  </a:lnTo>
                  <a:lnTo>
                    <a:pt x="351510" y="28270"/>
                  </a:lnTo>
                  <a:lnTo>
                    <a:pt x="352666" y="31394"/>
                  </a:lnTo>
                  <a:lnTo>
                    <a:pt x="352666" y="2387"/>
                  </a:lnTo>
                  <a:lnTo>
                    <a:pt x="348411" y="1498"/>
                  </a:lnTo>
                  <a:lnTo>
                    <a:pt x="297573" y="1498"/>
                  </a:lnTo>
                  <a:lnTo>
                    <a:pt x="297573" y="105752"/>
                  </a:lnTo>
                  <a:lnTo>
                    <a:pt x="322973" y="105752"/>
                  </a:lnTo>
                  <a:lnTo>
                    <a:pt x="322973" y="66395"/>
                  </a:lnTo>
                  <a:lnTo>
                    <a:pt x="329057" y="66395"/>
                  </a:lnTo>
                  <a:lnTo>
                    <a:pt x="350748" y="105752"/>
                  </a:lnTo>
                  <a:lnTo>
                    <a:pt x="379399" y="105752"/>
                  </a:lnTo>
                  <a:close/>
                </a:path>
                <a:path w="470534" h="176529">
                  <a:moveTo>
                    <a:pt x="411353" y="139484"/>
                  </a:moveTo>
                  <a:lnTo>
                    <a:pt x="385965" y="139484"/>
                  </a:lnTo>
                  <a:lnTo>
                    <a:pt x="385965" y="144348"/>
                  </a:lnTo>
                  <a:lnTo>
                    <a:pt x="395706" y="144348"/>
                  </a:lnTo>
                  <a:lnTo>
                    <a:pt x="395706" y="175844"/>
                  </a:lnTo>
                  <a:lnTo>
                    <a:pt x="401675" y="175844"/>
                  </a:lnTo>
                  <a:lnTo>
                    <a:pt x="401675" y="144348"/>
                  </a:lnTo>
                  <a:lnTo>
                    <a:pt x="411353" y="144348"/>
                  </a:lnTo>
                  <a:lnTo>
                    <a:pt x="411353" y="139484"/>
                  </a:lnTo>
                  <a:close/>
                </a:path>
                <a:path w="470534" h="176529">
                  <a:moveTo>
                    <a:pt x="470115" y="139484"/>
                  </a:moveTo>
                  <a:lnTo>
                    <a:pt x="463524" y="139484"/>
                  </a:lnTo>
                  <a:lnTo>
                    <a:pt x="455104" y="157327"/>
                  </a:lnTo>
                  <a:lnTo>
                    <a:pt x="446671" y="139484"/>
                  </a:lnTo>
                  <a:lnTo>
                    <a:pt x="440029" y="139484"/>
                  </a:lnTo>
                  <a:lnTo>
                    <a:pt x="452120" y="162674"/>
                  </a:lnTo>
                  <a:lnTo>
                    <a:pt x="452120" y="175856"/>
                  </a:lnTo>
                  <a:lnTo>
                    <a:pt x="458076" y="175856"/>
                  </a:lnTo>
                  <a:lnTo>
                    <a:pt x="458076" y="162674"/>
                  </a:lnTo>
                  <a:lnTo>
                    <a:pt x="460857" y="157327"/>
                  </a:lnTo>
                  <a:lnTo>
                    <a:pt x="470115" y="139484"/>
                  </a:lnTo>
                  <a:close/>
                </a:path>
                <a:path w="470534" h="176529">
                  <a:moveTo>
                    <a:pt x="470128" y="68554"/>
                  </a:moveTo>
                  <a:lnTo>
                    <a:pt x="438200" y="43802"/>
                  </a:lnTo>
                  <a:lnTo>
                    <a:pt x="431469" y="41630"/>
                  </a:lnTo>
                  <a:lnTo>
                    <a:pt x="426529" y="39598"/>
                  </a:lnTo>
                  <a:lnTo>
                    <a:pt x="420192" y="35826"/>
                  </a:lnTo>
                  <a:lnTo>
                    <a:pt x="418604" y="33210"/>
                  </a:lnTo>
                  <a:lnTo>
                    <a:pt x="418604" y="26771"/>
                  </a:lnTo>
                  <a:lnTo>
                    <a:pt x="419544" y="24422"/>
                  </a:lnTo>
                  <a:lnTo>
                    <a:pt x="423303" y="21158"/>
                  </a:lnTo>
                  <a:lnTo>
                    <a:pt x="425780" y="20332"/>
                  </a:lnTo>
                  <a:lnTo>
                    <a:pt x="432422" y="20332"/>
                  </a:lnTo>
                  <a:lnTo>
                    <a:pt x="441325" y="31178"/>
                  </a:lnTo>
                  <a:lnTo>
                    <a:pt x="468807" y="31178"/>
                  </a:lnTo>
                  <a:lnTo>
                    <a:pt x="467956" y="25171"/>
                  </a:lnTo>
                  <a:lnTo>
                    <a:pt x="467855" y="24422"/>
                  </a:lnTo>
                  <a:lnTo>
                    <a:pt x="467829" y="24231"/>
                  </a:lnTo>
                  <a:lnTo>
                    <a:pt x="466420" y="20332"/>
                  </a:lnTo>
                  <a:lnTo>
                    <a:pt x="429742" y="0"/>
                  </a:lnTo>
                  <a:lnTo>
                    <a:pt x="421665" y="508"/>
                  </a:lnTo>
                  <a:lnTo>
                    <a:pt x="391731" y="37566"/>
                  </a:lnTo>
                  <a:lnTo>
                    <a:pt x="393255" y="42862"/>
                  </a:lnTo>
                  <a:lnTo>
                    <a:pt x="428447" y="63754"/>
                  </a:lnTo>
                  <a:lnTo>
                    <a:pt x="432041" y="64985"/>
                  </a:lnTo>
                  <a:lnTo>
                    <a:pt x="437095" y="67170"/>
                  </a:lnTo>
                  <a:lnTo>
                    <a:pt x="439216" y="68554"/>
                  </a:lnTo>
                  <a:lnTo>
                    <a:pt x="442683" y="71920"/>
                  </a:lnTo>
                  <a:lnTo>
                    <a:pt x="443547" y="74053"/>
                  </a:lnTo>
                  <a:lnTo>
                    <a:pt x="443547" y="79705"/>
                  </a:lnTo>
                  <a:lnTo>
                    <a:pt x="442468" y="82092"/>
                  </a:lnTo>
                  <a:lnTo>
                    <a:pt x="438099" y="85559"/>
                  </a:lnTo>
                  <a:lnTo>
                    <a:pt x="435127" y="86436"/>
                  </a:lnTo>
                  <a:lnTo>
                    <a:pt x="427710" y="86436"/>
                  </a:lnTo>
                  <a:lnTo>
                    <a:pt x="424738" y="85420"/>
                  </a:lnTo>
                  <a:lnTo>
                    <a:pt x="420217" y="81394"/>
                  </a:lnTo>
                  <a:lnTo>
                    <a:pt x="418846" y="78409"/>
                  </a:lnTo>
                  <a:lnTo>
                    <a:pt x="418452" y="74561"/>
                  </a:lnTo>
                  <a:lnTo>
                    <a:pt x="391426" y="74561"/>
                  </a:lnTo>
                  <a:lnTo>
                    <a:pt x="391541" y="78409"/>
                  </a:lnTo>
                  <a:lnTo>
                    <a:pt x="391617" y="81394"/>
                  </a:lnTo>
                  <a:lnTo>
                    <a:pt x="393522" y="87236"/>
                  </a:lnTo>
                  <a:lnTo>
                    <a:pt x="400761" y="96926"/>
                  </a:lnTo>
                  <a:lnTo>
                    <a:pt x="405574" y="100584"/>
                  </a:lnTo>
                  <a:lnTo>
                    <a:pt x="417652" y="105549"/>
                  </a:lnTo>
                  <a:lnTo>
                    <a:pt x="424484" y="106781"/>
                  </a:lnTo>
                  <a:lnTo>
                    <a:pt x="439877" y="106781"/>
                  </a:lnTo>
                  <a:lnTo>
                    <a:pt x="446709" y="105333"/>
                  </a:lnTo>
                  <a:lnTo>
                    <a:pt x="458190" y="99593"/>
                  </a:lnTo>
                  <a:lnTo>
                    <a:pt x="462572" y="95732"/>
                  </a:lnTo>
                  <a:lnTo>
                    <a:pt x="468363" y="86436"/>
                  </a:lnTo>
                  <a:lnTo>
                    <a:pt x="468617" y="86029"/>
                  </a:lnTo>
                  <a:lnTo>
                    <a:pt x="470128" y="80632"/>
                  </a:lnTo>
                  <a:lnTo>
                    <a:pt x="470128" y="68554"/>
                  </a:lnTo>
                  <a:close/>
                </a:path>
              </a:pathLst>
            </a:custGeom>
            <a:solidFill>
              <a:srgbClr val="FDFD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457689" y="6813667"/>
            <a:ext cx="15557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50" dirty="0">
                <a:solidFill>
                  <a:srgbClr val="FFFFFF"/>
                </a:solidFill>
                <a:latin typeface="URW DIN"/>
                <a:cs typeface="URW DIN"/>
              </a:rPr>
              <a:t>2</a:t>
            </a:r>
            <a:endParaRPr sz="1900">
              <a:latin typeface="URW DIN"/>
              <a:cs typeface="URW DIN"/>
            </a:endParaRPr>
          </a:p>
        </p:txBody>
      </p:sp>
      <p:pic>
        <p:nvPicPr>
          <p:cNvPr id="46" name="object 18">
            <a:extLst>
              <a:ext uri="{FF2B5EF4-FFF2-40B4-BE49-F238E27FC236}">
                <a16:creationId xmlns:a16="http://schemas.microsoft.com/office/drawing/2014/main" id="{29F06E08-54FE-C2D7-9DE2-814CDA208793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3557" y="4462581"/>
            <a:ext cx="194147" cy="169947"/>
          </a:xfrm>
          <a:prstGeom prst="rect">
            <a:avLst/>
          </a:prstGeom>
        </p:spPr>
      </p:pic>
      <p:pic>
        <p:nvPicPr>
          <p:cNvPr id="47" name="object 19">
            <a:extLst>
              <a:ext uri="{FF2B5EF4-FFF2-40B4-BE49-F238E27FC236}">
                <a16:creationId xmlns:a16="http://schemas.microsoft.com/office/drawing/2014/main" id="{72EA48E7-C971-2442-FF29-34F7C6953067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3557" y="4764565"/>
            <a:ext cx="194147" cy="169948"/>
          </a:xfrm>
          <a:prstGeom prst="rect">
            <a:avLst/>
          </a:prstGeom>
        </p:spPr>
      </p:pic>
      <p:pic>
        <p:nvPicPr>
          <p:cNvPr id="48" name="object 20">
            <a:extLst>
              <a:ext uri="{FF2B5EF4-FFF2-40B4-BE49-F238E27FC236}">
                <a16:creationId xmlns:a16="http://schemas.microsoft.com/office/drawing/2014/main" id="{D2A8DCE6-3044-2E88-CDBC-44338F4FC448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3557" y="5064744"/>
            <a:ext cx="194147" cy="169947"/>
          </a:xfrm>
          <a:prstGeom prst="rect">
            <a:avLst/>
          </a:prstGeom>
        </p:spPr>
      </p:pic>
      <p:pic>
        <p:nvPicPr>
          <p:cNvPr id="51" name="object 19">
            <a:extLst>
              <a:ext uri="{FF2B5EF4-FFF2-40B4-BE49-F238E27FC236}">
                <a16:creationId xmlns:a16="http://schemas.microsoft.com/office/drawing/2014/main" id="{D83697F3-DAB1-6D1E-096E-479B6DB43324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0651" y="6324374"/>
            <a:ext cx="194147" cy="169948"/>
          </a:xfrm>
          <a:prstGeom prst="rect">
            <a:avLst/>
          </a:prstGeom>
        </p:spPr>
      </p:pic>
      <p:pic>
        <p:nvPicPr>
          <p:cNvPr id="52" name="object 20">
            <a:extLst>
              <a:ext uri="{FF2B5EF4-FFF2-40B4-BE49-F238E27FC236}">
                <a16:creationId xmlns:a16="http://schemas.microsoft.com/office/drawing/2014/main" id="{0C03EB1E-5399-551E-C8CD-938B2ED76149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0651" y="6624553"/>
            <a:ext cx="194147" cy="169947"/>
          </a:xfrm>
          <a:prstGeom prst="rect">
            <a:avLst/>
          </a:prstGeom>
        </p:spPr>
      </p:pic>
      <p:sp>
        <p:nvSpPr>
          <p:cNvPr id="53" name="object 4">
            <a:extLst>
              <a:ext uri="{FF2B5EF4-FFF2-40B4-BE49-F238E27FC236}">
                <a16:creationId xmlns:a16="http://schemas.microsoft.com/office/drawing/2014/main" id="{8889198D-38FC-D8D3-D12D-38C511361458}"/>
              </a:ext>
            </a:extLst>
          </p:cNvPr>
          <p:cNvSpPr txBox="1"/>
          <p:nvPr/>
        </p:nvSpPr>
        <p:spPr>
          <a:xfrm>
            <a:off x="3244850" y="8027905"/>
            <a:ext cx="381365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bg1"/>
                </a:solidFill>
                <a:latin typeface="URW DIN" panose="00000500000000000000" pitchFamily="50" charset="-18"/>
                <a:cs typeface="Arial"/>
              </a:rPr>
              <a:t>Cena</a:t>
            </a:r>
            <a:r>
              <a:rPr sz="1600" spc="10" dirty="0">
                <a:solidFill>
                  <a:schemeClr val="bg1"/>
                </a:solidFill>
                <a:latin typeface="URW DIN" panose="00000500000000000000" pitchFamily="50" charset="-18"/>
                <a:cs typeface="Arial"/>
              </a:rPr>
              <a:t> </a:t>
            </a:r>
            <a:r>
              <a:rPr lang="pl-PL" sz="1600" dirty="0">
                <a:solidFill>
                  <a:schemeClr val="bg1"/>
                </a:solidFill>
                <a:latin typeface="URW DIN" panose="00000500000000000000" pitchFamily="50" charset="-18"/>
                <a:cs typeface="Arial"/>
              </a:rPr>
              <a:t>specjalna</a:t>
            </a:r>
            <a:r>
              <a:rPr sz="1600" dirty="0">
                <a:solidFill>
                  <a:schemeClr val="bg1"/>
                </a:solidFill>
                <a:latin typeface="URW DIN" panose="00000500000000000000" pitchFamily="50" charset="-18"/>
                <a:cs typeface="Arial"/>
              </a:rPr>
              <a:t>:</a:t>
            </a:r>
            <a:r>
              <a:rPr sz="1600" spc="15" dirty="0">
                <a:solidFill>
                  <a:schemeClr val="bg1"/>
                </a:solidFill>
                <a:latin typeface="URW DIN" panose="00000500000000000000" pitchFamily="50" charset="-18"/>
                <a:cs typeface="Arial"/>
              </a:rPr>
              <a:t> </a:t>
            </a:r>
            <a:r>
              <a:rPr lang="pl-PL" sz="1600" b="1" dirty="0">
                <a:solidFill>
                  <a:schemeClr val="bg1"/>
                </a:solidFill>
                <a:latin typeface="URW DIN" panose="00000500000000000000" pitchFamily="50" charset="-18"/>
              </a:rPr>
              <a:t>{{CENA_KONCOWA}}</a:t>
            </a:r>
            <a:endParaRPr sz="1600" b="1" dirty="0">
              <a:solidFill>
                <a:schemeClr val="bg1"/>
              </a:solidFill>
              <a:latin typeface="URW DIN" panose="00000500000000000000" pitchFamily="50" charset="-18"/>
              <a:cs typeface="URW D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112</Words>
  <Application>Microsoft Office PowerPoint</Application>
  <PresentationFormat>Niestandardowy</PresentationFormat>
  <Paragraphs>22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Calibri</vt:lpstr>
      <vt:lpstr>URW DIN</vt:lpstr>
      <vt:lpstr>URW DIN Demi</vt:lpstr>
      <vt:lpstr>Office Theme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20250416_ItsWRAP_Oferta_MercedesGTv1_WybranyZakresOfertyV5</dc:title>
  <dc:creator>Adam</dc:creator>
  <cp:lastModifiedBy>Zarząd</cp:lastModifiedBy>
  <cp:revision>7</cp:revision>
  <cp:lastPrinted>2025-12-09T13:28:55Z</cp:lastPrinted>
  <dcterms:created xsi:type="dcterms:W3CDTF">2025-07-09T13:14:50Z</dcterms:created>
  <dcterms:modified xsi:type="dcterms:W3CDTF">2026-03-06T14:13:35Z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2025-05-13T00:00:00Z</vt:filetime>
  </property>
  <property fmtid="{D5CDD505-2E9C-101B-9397-08002B2CF9AE}" pid="3" name="Creator">
    <vt:lpwstr>Adobe Illustrator 29.5 (Windows)</vt:lpwstr>
  </property>
  <property fmtid="{D5CDD505-2E9C-101B-9397-08002B2CF9AE}" pid="4" name="LastSaved">
    <vt:filetime>2025-07-09T00:00:00Z</vt:filetime>
  </property>
  <property fmtid="{D5CDD505-2E9C-101B-9397-08002B2CF9AE}" pid="5" name="Producer">
    <vt:lpwstr>Adobe PDF library 17.00</vt:lpwstr>
  </property>
</Properties>
</file>